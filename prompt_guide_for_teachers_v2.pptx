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D3A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4572000" cy="4572000"/>
          </a:xfrm>
          <a:prstGeom prst="ellipse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4DA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AI 실무 마스터 과정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1153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교원용</a:t>
            </a:r>
            <a:endParaRPr lang="en-US" sz="4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예시집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업무 영역 × 4개 = 총 24가지  +  심화 1  —  [ ] 안만 바꿔 바로 사용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5188" y="429768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5188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행정·수업·평가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12668" y="429768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2668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학생·가정·연구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0148" y="429768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0148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] 교체 사용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07628" y="429768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07628" y="4297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예시 포함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업무 영역 한눈에 보기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115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영역마다 바로 쓰는 프롬프트 4가지를 담았습니다. 마지막에 반 단위 일괄 생성 심화편이 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35000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업무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31089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계획서 · 결과보고서 · 공문 기안문 · 회의록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16552" y="205740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23317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13832" y="235000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준비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1089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교수학습 지도안 · 수준별 활동지 · 형성평가 · 발문 설계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93024" y="205740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67344" y="2331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90304" y="235000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평가·기록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5632" y="31089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세특 문구 · 행동특성 및 종합의견 · 루블릭 · 수행평가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440740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생활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51663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기록 · 학부모 민원 · 진로 탐색 · 생활지도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16552" y="411480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43891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4690872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13832" y="440740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가정통신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09160" y="51663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안내 · 동의서 · 다국어 번역 · 안내 문자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93024" y="411480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67344" y="4389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467344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90304" y="440740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연구·연수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85632" y="51663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나눔 발표 · 연수 계획 · 성찰 일지 · 자체 평가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업무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교육계획서 초안 작성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15년 차 고등학교 기획부장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우리 학교는 [학생 수]명 규모의 [학교 유형]이며,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[올해 중점 교육 방향]을 중점 교육 목표로 삼고 있습니다.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내용을 포함한 [연도]학년도 학교 교육계획서 초안을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학교 교육 목표 및 중점 사항 3가지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주요 교육 활동 계획 (학사 일정 포함)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생활지도 및 진로 교육 계획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목차 포함, 교육부 공문 양식에 맞게 A4 5매 분량으로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[학교 유형], [중점 방향], [연도]만 바꾸면 매년 재사용 가능합니다.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업무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교내 공문 기안문 작성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고등학교 교무부장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내용으로 교내 공모 기안문을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목적: [사업명] 담당 교사 모집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대상: 전 교사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기간: [날짜]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지원 방법: [담당 부서 이메일 제출]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결재 문서 형식으로, 제목·본문·붙임 구조를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갖춰 A4 1장 이내로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목적과 날짜만 변경하면 각종 교내 공모·안내 기안문에 즉시 적용됩니다.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업무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 회의록 정리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교원 회의 내용을 공식 회의록 양식으로 정리해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[회의 내용 또는 메모를 여기에 붙여넣기]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 조건: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회의 일시·장소·참석자 포함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안건별 토의 내용 요약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결정 사항과 담당자·기한 명시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다음 회의 예정 일정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중복 내용을 제거하고 간결하게 정리해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후 메모를 붙여넣으면 5분 내 완성도 높은 공식 회의록이 완성됩니다.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업무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제출용 사업 결과보고서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[학교명] 담당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정보로 교육청 제출용 사업 결과보고서를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사업명: [사업명]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운영 기간: [기간]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참여 대상: [학년] [학생 수]명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주요 활동: [활동 1], [활동 2], [활동 3]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예산 집행액: [금액] (항목별 명세 포함)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성과 및 기대효과: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기안문 형식(목적·경위·추진 결과·향후 계획)으로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 2매 이내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데이터만 입력하면 교육청 보고 양식에 맞는 초안이 즉시 완성됩니다.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준비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교수학습 지도안 작성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고등학교 [교과]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조건으로 45분 교수학습 지도안을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교과: [교과] / 학년: [학년]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단원: [단원명]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학습 목표: [목표]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성취기준: [코드]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도입(5분)·전개(35분)·정리(5분) 3단계 구성,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교사 발문·학생 활동·평가 계획 포함.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표 형식으로 A4 2매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[교과], [단원], [목표]만 변경하면 모든 교과 지도안에 바로 적용됩니다.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준비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수준별 맞춤형 활동지 (상·중·하 3종)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[교과] [단원명] 단원을 대상으로 수준별 활동지를 만들어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학습 목표: [학습 목표]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3가지 수준으로 A4 1장씩 만들어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상: 심화 문제 + 서술형 풀이 과정 서술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중: 기본 개념 확인 + 풀이 단계 제시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하: 빈칸 채우기 + 풀이 예시 제공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활동지에 학습 목표와 형성평가 문항 2개를 포함해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[교과], [단원], [목표]만 바꾸면 전 과목 수준별 활동지를 즉시 생성합니다.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준비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형성평가 문제 출제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고등학교 [학년] [교과]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[단원명] 단원 형성평가 문제를 출제해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문항 수: 10문항 (객관식 7 + 서술형 3)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난이도: 하 30%, 중 50%, 상 20%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성취기준 반영: [해당 코드]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오답 선지에 대한 해설 포함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정답과 해설을 문제 뒤에 별도로 제시해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수, 난이도 비율, 유형을 조정하면 모든 단원 평가에 활용 가능합니다.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준비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사고력 발문 목록 설계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고등학교 [교과]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[단원명] 수업에서 학생의 비판적 사고력을 높이는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교사 발문 목록을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수준별 발문 유형: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지식 확인 발문 3개 (사실 파악)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분석·추론 발문 3개 (원인·결과 탐구)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가치 판단 발문 2개 (현재와의 연결)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발문에 예상 학생 답변과 후속 발문을 함께 제시해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[교과]와 [단원]만 바꾸면 모든 수업의 발문 설계에 활용할 수 있습니다.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평가·기록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 세특(세부 능력 및 특기 사항) 문구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[교과]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학생의 활동 내역으로 교과 세특 문구를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교과: [교과] / 학년: [학년]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단원: [단원명]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성취기준: [코드]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학생 활동 키워드: [키워드 1], [키워드 2], [키워드 3]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특이 사항: [창의적 제안, 리더십 발휘 등]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 200자 이내 / 수동태 금지 / 구체적 행동 서술 / 교과 역량 중심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[단원], [활동 키워드]만 바꾸면 30명 세특을 30분 내 완성할 수 있습니다.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평가·기록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행동특성 및 종합의견 초안 작성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[역할] 당신은 [학교급] [학년] 담임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[목적] 다음 학생의 행동특성 및 종합의견을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[형식] 3-4문장, 300-500자. 모든 문장을 '~함'으로 종결.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공식적이고 객관적인 어투.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 구체적 관찰 사례 포함. 부정적 내용은 발전 가능성과 함께 서술.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학습태도 → 교우관계 → 특기 순서로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[학생 키워드] [특징 1], [특징 2], [특징 3], [특징 4]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[학생 키워드] 4가지만 교체하면 전체 학생 행동특성 및 종합의견을 빠르게 완성합니다.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평가·기록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루블릭(평가 기준안) 제작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[학년] [교과] 수행평가 루블릭을 만들어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평가 과제: [과제명]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평가 요소: [요소 1] / [요소 2] / [요소 3]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성취 수준: 매우잘함 / 잘함 / 보통 / 노력요함 (4단계)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수준별 기술어를 교사와 학생이 모두 이해할 수 있도록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구체적으로, 표 형식으로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[교과], [평가 과제], [평가 요소]만 수정하면 모든 수행평가에 즉시 활용됩니다.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평가·기록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 계획서 및 학생 안내문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고등학교 [교과]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조건으로 수행평가 계획서와 학생 안내문을 함께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교과: [교과] / 학년: [학년]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평가 유형: [과제형·수업 참여도 등]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배점: [점수]점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평가 기간: [날짜]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제출 방법: [방법]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계획서는 교사용(평가 기준·채점표),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안내문은 학생용(일정·제출 방법)으로 각각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교과와 평가 유형만 바꾸면 모든 교과 수행평가 계획서를 자동 생성합니다.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생활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상담 기록 정리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학생 상담 내용을 공식 상담 기록부 형식으로 정리해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[상담 내용 메모 또는 키워드를 여기에 붙여넣기]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 항목: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상담 일시·장소·상담자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상담 주제 및 학생 호소 내용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상담 내용 요약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후속 지원 계획 및 다음 상담 일정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개인정보 보호를 위해 이름은 [학생]으로 표기하고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200자 이내로 요약해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내용만 붙여넣으면 형식에 맞는 상담 기록이 자동으로 완성됩니다.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생활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 민원 대응 메시지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학부모 민원 상황에 맞는 답변 메시지를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민원 내용: [학부모의 민원 또는 문의 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상황: [실제 사실 관계 설명]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학생 개인 정보(건강·가정 상황 등)는 노출하지 않아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사실 기반으로 정중하게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'상담 중'/'확인 중' 프레임으로 학부모를 안심시켜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추후 안내 일정을 포함해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내용과 실제 상황만 입력하면 사실 기반의 정중한 답변 초안이 완성됩니다.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생활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 탐색 활동지 제작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고등학교 진로 담당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[계열명 예: 의료·보건 계열] 진로를 탐색하는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고2 학생을 위한 직업 탐색 활동지를 만들어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 내용: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대표 직업 5가지 (직무·전망·필요 역량)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관련 대학 학과 및 입학 요건 개요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자기 적합도 체크리스트 (10문항)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추천 체험 활동 및 독서 목록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 2장, 학생이 직접 작성할 빈칸 포함 형식으로 만들어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[계열명]만 바꾸면 모든 진로 분야 탐색 자료를 즉시 생성합니다.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생활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생활지도 가정 안내문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고등학교 생활부장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[학생 스마트폰 사용 규정 변경] 사항을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가정에 안내하는 공문을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주요 변경 내용: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[변경 사항 1]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[변경 사항 2]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시행일: [날짜]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학부모가 이해하기 쉽게, 협조 요청으로 마무리하는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 1장 이내 안내문 형식으로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내용과 시행일만 바꾸면 다양한 생활지도 안내문에 즉시 적용됩니다.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가정통신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안내 가정통신문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[학교급] [학년]을 대상으로 [시험명] 안내 가정통신문을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시험 기간: [시작일] ~ [종료일]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시험 과목: [과목 목록]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포함 내용: 시험 일정표, 학생 준비사항,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[부정행위 방지 안내 등 기타],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가정에서의 협조 요청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공식적이고 따뜻한 문체로 A4 1장 이내로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기간·과목만 입력하면 모든 시험 안내 가정통신문에 즉시 활용됩니다.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가정통신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체험학습 동의서 및 안전 안내서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체험학습 정보로 학부모 동의서와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 안전 수칙 안내서를 함께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활동명: [활동명]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일시: [날짜 및 시간]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장소: [장소]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교통편: [이동 수단]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인솔 교사: [이름]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동의서에는 서명란 포함,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안전 수칙은 5가지 이내 번호 항목으로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정보만 입력하면 법적 효력을 갖춘 동의서와 안내서가 즉시 완성됩니다.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가정통신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가정통신문 번역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가정통신문을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중국어, 베트남어, 영어 3개 언어로 번역해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[가정통신문 내용을 여기에 붙여넣기]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원문의 의미와 공식적 문체를 유지해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언어별로 구분해서 출력해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어색한 표현은 해당 문화에 맞게 자연스럽게 바꿔도 좋아.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다문화 가정이 많은 학교에서 소통의 장벽을 낮추는 핵심 활용법입니다.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가정통신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 안내 문자 (협조 요청·긴급 공지)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상황에 맞는 학부모 안내 문자를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상황 유형: [협조 요청 / 긴급 공지 / 일정 안내 중 선택]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상황 내용: [예: 내일 방송부 학생 오전 8:30 조기 등교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/ 태풍으로 내일 임시 휴업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/ 급식 메뉴 변경 안내]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수신 대상: [해당 학생 학부모 / 전교생 학부모]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 100자 이내, 날짜·조치 사항·문의처 포함,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공식적이고 간결하게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유형과 내용만 바꾸면 협조 요청부터 긴급 휴업까지 모든 학부모 문자를 30초 내 완성합니다.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연구·연수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나눔 발표 자료 개요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[경력] 차 고등학교 [교과]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수업 내용으로 교내 수업 나눔 발표 자료(PPT 개요)를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수업 주제: [주제]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핵심 교수 전략: [전략 1], [전략 2]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학생 반응 및 성과: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개선 사항: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도입-전개-실천-성찰-제언 순서로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슬라이드 구성 개요를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내용만 입력하면 체계적인 수업 나눔 발표 뼈대가 완성됩니다.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연구·연수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교내 연수 강의 계획서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교원 연수 강사입니다.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조건으로 [연수 주제] 교내 연수 강의 계획서를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대상: 전 교원 [인원]명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연수 시간: [시간]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목표: [목표]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환경: [노트북 지참 / 강의실 등]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도입·이론·실습·정리 구조로,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시간 배분과 활동 내용을 포함한 표 형식으로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주제와 대상만 바꾸면 모든 교내 연수 계획서에 즉시 활용됩니다.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연구·연수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수업 후 성찰 일지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공개 수업 상황으로 수업 성찰 일지를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교과 및 단원: [교과 / 단원명]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수업 목표: [목표]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잘 된 점: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아쉬웠던 점: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학생 반응: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항목 구성: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수업 목표 달성도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효과적 교수 전략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개선이 필요한 점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다음 수업 계획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600자 이내로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내용만 붙여넣으면 체계적인 성찰 일지가 5분 내 완성됩니다.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연구·연수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자체 평가 보고서 초안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고등학교 기획부 담당 교사입니다.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정보로 학교 자체 평가 보고서 초안을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평가 영역: 교육과정 운영 / 학생 성장 지원 / 학교 문화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영역별 우수 사례: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개선 필요 사항: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내년도 계획: [내용]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평가 지표별 현황-분석-개선 계획 구조로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 3매 이내, 객관적이고 간결한 문체로 작성해 줘.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영역별 내용만 입력하면 교육청 제출용 보고서 초안이 즉시 완성됩니다.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평가·기록 · 심화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54335" y="502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 전체 행동특성 및 종합의견 한 번에 작성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94944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[ ] 안만 교체하세요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6437376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다음은 우리 반 학생들의 활동 키워드입니다. 각 학생의 행동특성 및 종합의견을 작성해 줘.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[형식]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학생마다 3~4문장, 300~500자, 모든 문장 '~함' 종결, 공식적·객관적 어투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학습태도 → 교우관계 → 특기 순서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구체적 관찰 사례 포함, 부정적 내용은 발전 가능성과 함께 서술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학생마다 표현과 어휘를 다르게 하여 문구가 겹치지 않게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결과를 "번호 | 행동특성 및 종합의견" 표로 정리해 줘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[학생 데이터]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수업 집중도 높고 과제 성실 | 친구들과 두루 원만 | 수학 경시 입상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| 끈기 있게 끝까지 | 협동 활동 적극 | 농구 등 체육 특기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(번호·특성 칸을 끝까지 붙여넣기)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920240"/>
            <a:ext cx="3824935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21488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727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880360"/>
            <a:ext cx="32762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대신 번호만 입력(개인정보) · 10명씩 분할 · 생기부 기재 전 교사 검토 필수. 교육부도 생성형 AI를 '윤문 등 보조 수단'으로 허용하되 최종 책임은 교사에게 있습니다(소속 교육청 지침 확인).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206240"/>
            <a:ext cx="382493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9288" y="4370832"/>
            <a:ext cx="3276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7576" y="4754880"/>
            <a:ext cx="32305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복사해 claude.ai에 붙여넣기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[ ] 항목을 내 상황으로 교체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결과 확인 후 이어서 수정 지시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D3A8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DA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 꺼내 쓰는</a:t>
            </a:r>
            <a:endParaRPr lang="en-US" sz="3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프롬프트 라이브러리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프롬프트는 Projects 지침에 저장해 두면 더 빠릅니다.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32408" y="3383280"/>
            <a:ext cx="932688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6728" y="338328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행정·수업·평가·학생·가정·연구 — 6개 영역 24가지 + 심화 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32408" y="4078224"/>
            <a:ext cx="932688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6728" y="4078224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] 안만 내 상황으로 바꾸면 바로 사용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432408" y="4773168"/>
            <a:ext cx="932688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6728" y="477316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아쉬우면 '이어서 수정 지시'로 다듬기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432408" y="5468112"/>
            <a:ext cx="932688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6728" y="5468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번호·키워드로 — 생기부 기재 전 교사 검토 필수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교원용 프롬프트 예시집 v2</dc:title>
  <dc:subject>PptxGenJS Presentation</dc:subject>
  <dc:creator>Claude AI 연수</dc:creator>
  <cp:lastModifiedBy>Claude AI 연수</cp:lastModifiedBy>
  <cp:revision>1</cp:revision>
  <dcterms:created xsi:type="dcterms:W3CDTF">2026-06-17T05:55:45Z</dcterms:created>
  <dcterms:modified xsi:type="dcterms:W3CDTF">2026-06-17T05:55:45Z</dcterms:modified>
</cp:coreProperties>
</file>