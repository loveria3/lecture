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6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2" d="100"/>
          <a:sy n="132" d="100"/>
        </p:scale>
        <p:origin x="293" y="91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microsoft.com/office/2016/11/relationships/changesInfo" Target="changesInfos/changesInfo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요한 양" userId="e7e10da7ffb0afb9" providerId="LiveId" clId="{D56569FD-59E2-4115-889D-7A27C2FEB001}"/>
    <pc:docChg chg="undo custSel modSld">
      <pc:chgData name="요한 양" userId="e7e10da7ffb0afb9" providerId="LiveId" clId="{D56569FD-59E2-4115-889D-7A27C2FEB001}" dt="2026-06-18T13:32:15.111" v="95" actId="1035"/>
      <pc:docMkLst>
        <pc:docMk/>
      </pc:docMkLst>
      <pc:sldChg chg="modSp mod">
        <pc:chgData name="요한 양" userId="e7e10da7ffb0afb9" providerId="LiveId" clId="{D56569FD-59E2-4115-889D-7A27C2FEB001}" dt="2026-06-18T13:31:36.293" v="84" actId="14100"/>
        <pc:sldMkLst>
          <pc:docMk/>
          <pc:sldMk cId="0" sldId="257"/>
        </pc:sldMkLst>
        <pc:spChg chg="mod">
          <ac:chgData name="요한 양" userId="e7e10da7ffb0afb9" providerId="LiveId" clId="{D56569FD-59E2-4115-889D-7A27C2FEB001}" dt="2026-06-18T13:31:28.837" v="81" actId="14100"/>
          <ac:spMkLst>
            <pc:docMk/>
            <pc:sldMk cId="0" sldId="257"/>
            <ac:spMk id="11" creationId="{00000000-0000-0000-0000-000000000000}"/>
          </ac:spMkLst>
        </pc:spChg>
        <pc:spChg chg="mod">
          <ac:chgData name="요한 양" userId="e7e10da7ffb0afb9" providerId="LiveId" clId="{D56569FD-59E2-4115-889D-7A27C2FEB001}" dt="2026-06-18T13:31:32.256" v="83" actId="1076"/>
          <ac:spMkLst>
            <pc:docMk/>
            <pc:sldMk cId="0" sldId="257"/>
            <ac:spMk id="15" creationId="{00000000-0000-0000-0000-000000000000}"/>
          </ac:spMkLst>
        </pc:spChg>
        <pc:spChg chg="mod">
          <ac:chgData name="요한 양" userId="e7e10da7ffb0afb9" providerId="LiveId" clId="{D56569FD-59E2-4115-889D-7A27C2FEB001}" dt="2026-06-18T13:31:36.293" v="84" actId="14100"/>
          <ac:spMkLst>
            <pc:docMk/>
            <pc:sldMk cId="0" sldId="257"/>
            <ac:spMk id="21" creationId="{00000000-0000-0000-0000-000000000000}"/>
          </ac:spMkLst>
        </pc:spChg>
      </pc:sldChg>
      <pc:sldChg chg="modSp mod">
        <pc:chgData name="요한 양" userId="e7e10da7ffb0afb9" providerId="LiveId" clId="{D56569FD-59E2-4115-889D-7A27C2FEB001}" dt="2026-06-18T13:31:43.743" v="86" actId="14100"/>
        <pc:sldMkLst>
          <pc:docMk/>
          <pc:sldMk cId="0" sldId="258"/>
        </pc:sldMkLst>
        <pc:spChg chg="mod">
          <ac:chgData name="요한 양" userId="e7e10da7ffb0afb9" providerId="LiveId" clId="{D56569FD-59E2-4115-889D-7A27C2FEB001}" dt="2026-06-18T13:31:43.743" v="86" actId="14100"/>
          <ac:spMkLst>
            <pc:docMk/>
            <pc:sldMk cId="0" sldId="258"/>
            <ac:spMk id="21" creationId="{00000000-0000-0000-0000-000000000000}"/>
          </ac:spMkLst>
        </pc:spChg>
      </pc:sldChg>
      <pc:sldChg chg="modSp mod">
        <pc:chgData name="요한 양" userId="e7e10da7ffb0afb9" providerId="LiveId" clId="{D56569FD-59E2-4115-889D-7A27C2FEB001}" dt="2026-06-18T13:31:49.197" v="88" actId="14100"/>
        <pc:sldMkLst>
          <pc:docMk/>
          <pc:sldMk cId="0" sldId="259"/>
        </pc:sldMkLst>
        <pc:spChg chg="mod">
          <ac:chgData name="요한 양" userId="e7e10da7ffb0afb9" providerId="LiveId" clId="{D56569FD-59E2-4115-889D-7A27C2FEB001}" dt="2026-06-18T13:31:49.197" v="88" actId="14100"/>
          <ac:spMkLst>
            <pc:docMk/>
            <pc:sldMk cId="0" sldId="259"/>
            <ac:spMk id="11" creationId="{00000000-0000-0000-0000-000000000000}"/>
          </ac:spMkLst>
        </pc:spChg>
        <pc:spChg chg="mod">
          <ac:chgData name="요한 양" userId="e7e10da7ffb0afb9" providerId="LiveId" clId="{D56569FD-59E2-4115-889D-7A27C2FEB001}" dt="2026-06-18T13:27:39.875" v="5" actId="1076"/>
          <ac:spMkLst>
            <pc:docMk/>
            <pc:sldMk cId="0" sldId="259"/>
            <ac:spMk id="15" creationId="{00000000-0000-0000-0000-000000000000}"/>
          </ac:spMkLst>
        </pc:spChg>
        <pc:spChg chg="mod">
          <ac:chgData name="요한 양" userId="e7e10da7ffb0afb9" providerId="LiveId" clId="{D56569FD-59E2-4115-889D-7A27C2FEB001}" dt="2026-06-18T13:31:46.889" v="87" actId="14100"/>
          <ac:spMkLst>
            <pc:docMk/>
            <pc:sldMk cId="0" sldId="259"/>
            <ac:spMk id="21" creationId="{00000000-0000-0000-0000-000000000000}"/>
          </ac:spMkLst>
        </pc:spChg>
      </pc:sldChg>
      <pc:sldChg chg="modSp mod">
        <pc:chgData name="요한 양" userId="e7e10da7ffb0afb9" providerId="LiveId" clId="{D56569FD-59E2-4115-889D-7A27C2FEB001}" dt="2026-06-18T13:31:56.474" v="90" actId="14100"/>
        <pc:sldMkLst>
          <pc:docMk/>
          <pc:sldMk cId="0" sldId="260"/>
        </pc:sldMkLst>
        <pc:spChg chg="mod">
          <ac:chgData name="요한 양" userId="e7e10da7ffb0afb9" providerId="LiveId" clId="{D56569FD-59E2-4115-889D-7A27C2FEB001}" dt="2026-06-18T13:31:53.864" v="89" actId="14100"/>
          <ac:spMkLst>
            <pc:docMk/>
            <pc:sldMk cId="0" sldId="260"/>
            <ac:spMk id="11" creationId="{00000000-0000-0000-0000-000000000000}"/>
          </ac:spMkLst>
        </pc:spChg>
        <pc:spChg chg="mod">
          <ac:chgData name="요한 양" userId="e7e10da7ffb0afb9" providerId="LiveId" clId="{D56569FD-59E2-4115-889D-7A27C2FEB001}" dt="2026-06-18T13:31:56.474" v="90" actId="14100"/>
          <ac:spMkLst>
            <pc:docMk/>
            <pc:sldMk cId="0" sldId="260"/>
            <ac:spMk id="21" creationId="{00000000-0000-0000-0000-000000000000}"/>
          </ac:spMkLst>
        </pc:spChg>
      </pc:sldChg>
      <pc:sldChg chg="modSp mod">
        <pc:chgData name="요한 양" userId="e7e10da7ffb0afb9" providerId="LiveId" clId="{D56569FD-59E2-4115-889D-7A27C2FEB001}" dt="2026-06-18T13:28:25.501" v="7" actId="14100"/>
        <pc:sldMkLst>
          <pc:docMk/>
          <pc:sldMk cId="0" sldId="261"/>
        </pc:sldMkLst>
        <pc:spChg chg="mod">
          <ac:chgData name="요한 양" userId="e7e10da7ffb0afb9" providerId="LiveId" clId="{D56569FD-59E2-4115-889D-7A27C2FEB001}" dt="2026-06-18T13:28:21.490" v="6" actId="14100"/>
          <ac:spMkLst>
            <pc:docMk/>
            <pc:sldMk cId="0" sldId="261"/>
            <ac:spMk id="11" creationId="{00000000-0000-0000-0000-000000000000}"/>
          </ac:spMkLst>
        </pc:spChg>
        <pc:spChg chg="mod">
          <ac:chgData name="요한 양" userId="e7e10da7ffb0afb9" providerId="LiveId" clId="{D56569FD-59E2-4115-889D-7A27C2FEB001}" dt="2026-06-18T13:28:25.501" v="7" actId="14100"/>
          <ac:spMkLst>
            <pc:docMk/>
            <pc:sldMk cId="0" sldId="261"/>
            <ac:spMk id="21" creationId="{00000000-0000-0000-0000-000000000000}"/>
          </ac:spMkLst>
        </pc:spChg>
      </pc:sldChg>
      <pc:sldChg chg="modSp mod">
        <pc:chgData name="요한 양" userId="e7e10da7ffb0afb9" providerId="LiveId" clId="{D56569FD-59E2-4115-889D-7A27C2FEB001}" dt="2026-06-18T13:32:06.955" v="92" actId="14100"/>
        <pc:sldMkLst>
          <pc:docMk/>
          <pc:sldMk cId="0" sldId="262"/>
        </pc:sldMkLst>
        <pc:spChg chg="mod">
          <ac:chgData name="요한 양" userId="e7e10da7ffb0afb9" providerId="LiveId" clId="{D56569FD-59E2-4115-889D-7A27C2FEB001}" dt="2026-06-18T13:32:04.657" v="91" actId="14100"/>
          <ac:spMkLst>
            <pc:docMk/>
            <pc:sldMk cId="0" sldId="262"/>
            <ac:spMk id="11" creationId="{00000000-0000-0000-0000-000000000000}"/>
          </ac:spMkLst>
        </pc:spChg>
        <pc:spChg chg="mod">
          <ac:chgData name="요한 양" userId="e7e10da7ffb0afb9" providerId="LiveId" clId="{D56569FD-59E2-4115-889D-7A27C2FEB001}" dt="2026-06-18T13:32:06.955" v="92" actId="14100"/>
          <ac:spMkLst>
            <pc:docMk/>
            <pc:sldMk cId="0" sldId="262"/>
            <ac:spMk id="21" creationId="{00000000-0000-0000-0000-000000000000}"/>
          </ac:spMkLst>
        </pc:spChg>
      </pc:sldChg>
      <pc:sldChg chg="modSp mod">
        <pc:chgData name="요한 양" userId="e7e10da7ffb0afb9" providerId="LiveId" clId="{D56569FD-59E2-4115-889D-7A27C2FEB001}" dt="2026-06-18T13:32:15.111" v="95" actId="1035"/>
        <pc:sldMkLst>
          <pc:docMk/>
          <pc:sldMk cId="0" sldId="263"/>
        </pc:sldMkLst>
        <pc:spChg chg="mod">
          <ac:chgData name="요한 양" userId="e7e10da7ffb0afb9" providerId="LiveId" clId="{D56569FD-59E2-4115-889D-7A27C2FEB001}" dt="2026-06-18T13:32:15.111" v="95" actId="1035"/>
          <ac:spMkLst>
            <pc:docMk/>
            <pc:sldMk cId="0" sldId="263"/>
            <ac:spMk id="11" creationId="{00000000-0000-0000-0000-000000000000}"/>
          </ac:spMkLst>
        </pc:spChg>
        <pc:spChg chg="mod">
          <ac:chgData name="요한 양" userId="e7e10da7ffb0afb9" providerId="LiveId" clId="{D56569FD-59E2-4115-889D-7A27C2FEB001}" dt="2026-06-18T13:28:41.081" v="9" actId="14100"/>
          <ac:spMkLst>
            <pc:docMk/>
            <pc:sldMk cId="0" sldId="263"/>
            <ac:spMk id="21" creationId="{00000000-0000-0000-0000-000000000000}"/>
          </ac:spMkLst>
        </pc:spChg>
      </pc:sldChg>
      <pc:sldChg chg="modSp mod">
        <pc:chgData name="요한 양" userId="e7e10da7ffb0afb9" providerId="LiveId" clId="{D56569FD-59E2-4115-889D-7A27C2FEB001}" dt="2026-06-18T13:28:54.438" v="12" actId="14100"/>
        <pc:sldMkLst>
          <pc:docMk/>
          <pc:sldMk cId="0" sldId="264"/>
        </pc:sldMkLst>
        <pc:spChg chg="mod">
          <ac:chgData name="요한 양" userId="e7e10da7ffb0afb9" providerId="LiveId" clId="{D56569FD-59E2-4115-889D-7A27C2FEB001}" dt="2026-06-18T13:28:48.254" v="10" actId="14100"/>
          <ac:spMkLst>
            <pc:docMk/>
            <pc:sldMk cId="0" sldId="264"/>
            <ac:spMk id="11" creationId="{00000000-0000-0000-0000-000000000000}"/>
          </ac:spMkLst>
        </pc:spChg>
        <pc:spChg chg="mod">
          <ac:chgData name="요한 양" userId="e7e10da7ffb0afb9" providerId="LiveId" clId="{D56569FD-59E2-4115-889D-7A27C2FEB001}" dt="2026-06-18T13:28:54.438" v="12" actId="14100"/>
          <ac:spMkLst>
            <pc:docMk/>
            <pc:sldMk cId="0" sldId="264"/>
            <ac:spMk id="21" creationId="{00000000-0000-0000-0000-000000000000}"/>
          </ac:spMkLst>
        </pc:spChg>
      </pc:sldChg>
      <pc:sldChg chg="modSp mod">
        <pc:chgData name="요한 양" userId="e7e10da7ffb0afb9" providerId="LiveId" clId="{D56569FD-59E2-4115-889D-7A27C2FEB001}" dt="2026-06-18T13:29:03.176" v="14" actId="14100"/>
        <pc:sldMkLst>
          <pc:docMk/>
          <pc:sldMk cId="0" sldId="265"/>
        </pc:sldMkLst>
        <pc:spChg chg="mod">
          <ac:chgData name="요한 양" userId="e7e10da7ffb0afb9" providerId="LiveId" clId="{D56569FD-59E2-4115-889D-7A27C2FEB001}" dt="2026-06-18T13:28:59.377" v="13" actId="14100"/>
          <ac:spMkLst>
            <pc:docMk/>
            <pc:sldMk cId="0" sldId="265"/>
            <ac:spMk id="11" creationId="{00000000-0000-0000-0000-000000000000}"/>
          </ac:spMkLst>
        </pc:spChg>
        <pc:spChg chg="mod">
          <ac:chgData name="요한 양" userId="e7e10da7ffb0afb9" providerId="LiveId" clId="{D56569FD-59E2-4115-889D-7A27C2FEB001}" dt="2026-06-18T13:29:03.176" v="14" actId="14100"/>
          <ac:spMkLst>
            <pc:docMk/>
            <pc:sldMk cId="0" sldId="265"/>
            <ac:spMk id="21" creationId="{00000000-0000-0000-0000-000000000000}"/>
          </ac:spMkLst>
        </pc:spChg>
      </pc:sldChg>
      <pc:sldChg chg="modSp mod">
        <pc:chgData name="요한 양" userId="e7e10da7ffb0afb9" providerId="LiveId" clId="{D56569FD-59E2-4115-889D-7A27C2FEB001}" dt="2026-06-18T13:29:11.861" v="16" actId="14100"/>
        <pc:sldMkLst>
          <pc:docMk/>
          <pc:sldMk cId="0" sldId="266"/>
        </pc:sldMkLst>
        <pc:spChg chg="mod">
          <ac:chgData name="요한 양" userId="e7e10da7ffb0afb9" providerId="LiveId" clId="{D56569FD-59E2-4115-889D-7A27C2FEB001}" dt="2026-06-18T13:29:08.143" v="15" actId="14100"/>
          <ac:spMkLst>
            <pc:docMk/>
            <pc:sldMk cId="0" sldId="266"/>
            <ac:spMk id="11" creationId="{00000000-0000-0000-0000-000000000000}"/>
          </ac:spMkLst>
        </pc:spChg>
        <pc:spChg chg="mod">
          <ac:chgData name="요한 양" userId="e7e10da7ffb0afb9" providerId="LiveId" clId="{D56569FD-59E2-4115-889D-7A27C2FEB001}" dt="2026-06-18T13:29:11.861" v="16" actId="14100"/>
          <ac:spMkLst>
            <pc:docMk/>
            <pc:sldMk cId="0" sldId="266"/>
            <ac:spMk id="21" creationId="{00000000-0000-0000-0000-000000000000}"/>
          </ac:spMkLst>
        </pc:spChg>
      </pc:sldChg>
      <pc:sldChg chg="modSp mod">
        <pc:chgData name="요한 양" userId="e7e10da7ffb0afb9" providerId="LiveId" clId="{D56569FD-59E2-4115-889D-7A27C2FEB001}" dt="2026-06-18T13:29:23.612" v="18" actId="14100"/>
        <pc:sldMkLst>
          <pc:docMk/>
          <pc:sldMk cId="0" sldId="267"/>
        </pc:sldMkLst>
        <pc:spChg chg="mod">
          <ac:chgData name="요한 양" userId="e7e10da7ffb0afb9" providerId="LiveId" clId="{D56569FD-59E2-4115-889D-7A27C2FEB001}" dt="2026-06-18T13:29:18.247" v="17" actId="14100"/>
          <ac:spMkLst>
            <pc:docMk/>
            <pc:sldMk cId="0" sldId="267"/>
            <ac:spMk id="11" creationId="{00000000-0000-0000-0000-000000000000}"/>
          </ac:spMkLst>
        </pc:spChg>
        <pc:spChg chg="mod">
          <ac:chgData name="요한 양" userId="e7e10da7ffb0afb9" providerId="LiveId" clId="{D56569FD-59E2-4115-889D-7A27C2FEB001}" dt="2026-06-18T13:29:23.612" v="18" actId="14100"/>
          <ac:spMkLst>
            <pc:docMk/>
            <pc:sldMk cId="0" sldId="267"/>
            <ac:spMk id="21" creationId="{00000000-0000-0000-0000-000000000000}"/>
          </ac:spMkLst>
        </pc:spChg>
      </pc:sldChg>
      <pc:sldChg chg="modSp mod">
        <pc:chgData name="요한 양" userId="e7e10da7ffb0afb9" providerId="LiveId" clId="{D56569FD-59E2-4115-889D-7A27C2FEB001}" dt="2026-06-18T13:30:11.222" v="53" actId="14100"/>
        <pc:sldMkLst>
          <pc:docMk/>
          <pc:sldMk cId="0" sldId="268"/>
        </pc:sldMkLst>
        <pc:spChg chg="mod">
          <ac:chgData name="요한 양" userId="e7e10da7ffb0afb9" providerId="LiveId" clId="{D56569FD-59E2-4115-889D-7A27C2FEB001}" dt="2026-06-18T13:30:03.620" v="51" actId="14100"/>
          <ac:spMkLst>
            <pc:docMk/>
            <pc:sldMk cId="0" sldId="268"/>
            <ac:spMk id="5" creationId="{00000000-0000-0000-0000-000000000000}"/>
          </ac:spMkLst>
        </pc:spChg>
        <pc:spChg chg="mod">
          <ac:chgData name="요한 양" userId="e7e10da7ffb0afb9" providerId="LiveId" clId="{D56569FD-59E2-4115-889D-7A27C2FEB001}" dt="2026-06-18T13:29:49.186" v="27" actId="1035"/>
          <ac:spMkLst>
            <pc:docMk/>
            <pc:sldMk cId="0" sldId="268"/>
            <ac:spMk id="9" creationId="{00000000-0000-0000-0000-000000000000}"/>
          </ac:spMkLst>
        </pc:spChg>
        <pc:spChg chg="mod">
          <ac:chgData name="요한 양" userId="e7e10da7ffb0afb9" providerId="LiveId" clId="{D56569FD-59E2-4115-889D-7A27C2FEB001}" dt="2026-06-18T13:29:54.051" v="40" actId="1035"/>
          <ac:spMkLst>
            <pc:docMk/>
            <pc:sldMk cId="0" sldId="268"/>
            <ac:spMk id="10" creationId="{00000000-0000-0000-0000-000000000000}"/>
          </ac:spMkLst>
        </pc:spChg>
        <pc:spChg chg="mod">
          <ac:chgData name="요한 양" userId="e7e10da7ffb0afb9" providerId="LiveId" clId="{D56569FD-59E2-4115-889D-7A27C2FEB001}" dt="2026-06-18T13:29:59.341" v="50" actId="1035"/>
          <ac:spMkLst>
            <pc:docMk/>
            <pc:sldMk cId="0" sldId="268"/>
            <ac:spMk id="11" creationId="{00000000-0000-0000-0000-000000000000}"/>
          </ac:spMkLst>
        </pc:spChg>
        <pc:spChg chg="mod">
          <ac:chgData name="요한 양" userId="e7e10da7ffb0afb9" providerId="LiveId" clId="{D56569FD-59E2-4115-889D-7A27C2FEB001}" dt="2026-06-18T13:30:07.031" v="52" actId="1076"/>
          <ac:spMkLst>
            <pc:docMk/>
            <pc:sldMk cId="0" sldId="268"/>
            <ac:spMk id="15" creationId="{00000000-0000-0000-0000-000000000000}"/>
          </ac:spMkLst>
        </pc:spChg>
        <pc:spChg chg="mod">
          <ac:chgData name="요한 양" userId="e7e10da7ffb0afb9" providerId="LiveId" clId="{D56569FD-59E2-4115-889D-7A27C2FEB001}" dt="2026-06-18T13:30:11.222" v="53" actId="14100"/>
          <ac:spMkLst>
            <pc:docMk/>
            <pc:sldMk cId="0" sldId="268"/>
            <ac:spMk id="21" creationId="{00000000-0000-0000-0000-000000000000}"/>
          </ac:spMkLst>
        </pc:spChg>
      </pc:sldChg>
      <pc:sldChg chg="modSp mod">
        <pc:chgData name="요한 양" userId="e7e10da7ffb0afb9" providerId="LiveId" clId="{D56569FD-59E2-4115-889D-7A27C2FEB001}" dt="2026-06-18T13:31:16.164" v="80" actId="20577"/>
        <pc:sldMkLst>
          <pc:docMk/>
          <pc:sldMk cId="0" sldId="269"/>
        </pc:sldMkLst>
        <pc:spChg chg="mod">
          <ac:chgData name="요한 양" userId="e7e10da7ffb0afb9" providerId="LiveId" clId="{D56569FD-59E2-4115-889D-7A27C2FEB001}" dt="2026-06-18T13:31:16.164" v="80" actId="20577"/>
          <ac:spMkLst>
            <pc:docMk/>
            <pc:sldMk cId="0" sldId="269"/>
            <ac:spMk id="7" creationId="{00000000-0000-0000-0000-000000000000}"/>
          </ac:spMkLst>
        </pc:spChg>
        <pc:spChg chg="mod">
          <ac:chgData name="요한 양" userId="e7e10da7ffb0afb9" providerId="LiveId" clId="{D56569FD-59E2-4115-889D-7A27C2FEB001}" dt="2026-06-18T13:30:38.152" v="57" actId="255"/>
          <ac:spMkLst>
            <pc:docMk/>
            <pc:sldMk cId="0" sldId="269"/>
            <ac:spMk id="8" creationId="{00000000-0000-0000-0000-000000000000}"/>
          </ac:spMkLst>
        </pc:spChg>
        <pc:spChg chg="mod">
          <ac:chgData name="요한 양" userId="e7e10da7ffb0afb9" providerId="LiveId" clId="{D56569FD-59E2-4115-889D-7A27C2FEB001}" dt="2026-06-18T13:31:10.337" v="71" actId="20577"/>
          <ac:spMkLst>
            <pc:docMk/>
            <pc:sldMk cId="0" sldId="269"/>
            <ac:spMk id="12" creationId="{00000000-0000-0000-0000-000000000000}"/>
          </ac:spMkLst>
        </pc:spChg>
        <pc:spChg chg="mod">
          <ac:chgData name="요한 양" userId="e7e10da7ffb0afb9" providerId="LiveId" clId="{D56569FD-59E2-4115-889D-7A27C2FEB001}" dt="2026-06-18T13:30:38.152" v="57" actId="255"/>
          <ac:spMkLst>
            <pc:docMk/>
            <pc:sldMk cId="0" sldId="269"/>
            <ac:spMk id="13" creationId="{00000000-0000-0000-0000-000000000000}"/>
          </ac:spMkLst>
        </pc:spChg>
        <pc:spChg chg="mod">
          <ac:chgData name="요한 양" userId="e7e10da7ffb0afb9" providerId="LiveId" clId="{D56569FD-59E2-4115-889D-7A27C2FEB001}" dt="2026-06-18T13:31:08.557" v="68" actId="20577"/>
          <ac:spMkLst>
            <pc:docMk/>
            <pc:sldMk cId="0" sldId="269"/>
            <ac:spMk id="17" creationId="{00000000-0000-0000-0000-000000000000}"/>
          </ac:spMkLst>
        </pc:spChg>
        <pc:spChg chg="mod">
          <ac:chgData name="요한 양" userId="e7e10da7ffb0afb9" providerId="LiveId" clId="{D56569FD-59E2-4115-889D-7A27C2FEB001}" dt="2026-06-18T13:30:38.152" v="57" actId="255"/>
          <ac:spMkLst>
            <pc:docMk/>
            <pc:sldMk cId="0" sldId="269"/>
            <ac:spMk id="18" creationId="{00000000-0000-0000-0000-000000000000}"/>
          </ac:spMkLst>
        </pc:spChg>
        <pc:spChg chg="mod">
          <ac:chgData name="요한 양" userId="e7e10da7ffb0afb9" providerId="LiveId" clId="{D56569FD-59E2-4115-889D-7A27C2FEB001}" dt="2026-06-18T13:31:05.689" v="65" actId="20577"/>
          <ac:spMkLst>
            <pc:docMk/>
            <pc:sldMk cId="0" sldId="269"/>
            <ac:spMk id="22" creationId="{00000000-0000-0000-0000-000000000000}"/>
          </ac:spMkLst>
        </pc:spChg>
        <pc:spChg chg="mod">
          <ac:chgData name="요한 양" userId="e7e10da7ffb0afb9" providerId="LiveId" clId="{D56569FD-59E2-4115-889D-7A27C2FEB001}" dt="2026-06-18T13:30:46.017" v="59" actId="14100"/>
          <ac:spMkLst>
            <pc:docMk/>
            <pc:sldMk cId="0" sldId="269"/>
            <ac:spMk id="23" creationId="{00000000-0000-0000-0000-000000000000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56985018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6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7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8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9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0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8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0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0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2D3A8C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0" y="201168"/>
            <a:ext cx="91440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4DAB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클로드 AI 실무 마스터 과정  |  부록 자료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457200" y="1097280"/>
            <a:ext cx="82296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교원 업무 상황별</a:t>
            </a:r>
            <a:endParaRPr lang="en-US" sz="4400" dirty="0"/>
          </a:p>
          <a:p>
            <a:pPr marL="0" indent="0" algn="ctr">
              <a:buNone/>
            </a:pPr>
            <a:r>
              <a:rPr lang="en-US" sz="4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프롬프트 예시 모음</a:t>
            </a:r>
            <a:endParaRPr lang="en-US" sz="4400" dirty="0"/>
          </a:p>
        </p:txBody>
      </p:sp>
      <p:sp>
        <p:nvSpPr>
          <p:cNvPr id="5" name="Shape 3"/>
          <p:cNvSpPr/>
          <p:nvPr/>
        </p:nvSpPr>
        <p:spPr>
          <a:xfrm>
            <a:off x="365760" y="3310128"/>
            <a:ext cx="1316736" cy="402336"/>
          </a:xfrm>
          <a:prstGeom prst="roundRect">
            <a:avLst>
              <a:gd name="adj" fmla="val 27273"/>
            </a:avLst>
          </a:prstGeom>
          <a:solidFill>
            <a:srgbClr val="7C3AED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6" name="Text 4"/>
          <p:cNvSpPr/>
          <p:nvPr/>
        </p:nvSpPr>
        <p:spPr>
          <a:xfrm>
            <a:off x="365760" y="3310128"/>
            <a:ext cx="13167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행정 업무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1810512" y="3310128"/>
            <a:ext cx="1316736" cy="402336"/>
          </a:xfrm>
          <a:prstGeom prst="roundRect">
            <a:avLst>
              <a:gd name="adj" fmla="val 27273"/>
            </a:avLst>
          </a:prstGeom>
          <a:solidFill>
            <a:srgbClr val="2563EB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8" name="Text 6"/>
          <p:cNvSpPr/>
          <p:nvPr/>
        </p:nvSpPr>
        <p:spPr>
          <a:xfrm>
            <a:off x="1810512" y="3310128"/>
            <a:ext cx="13167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수업 준비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3255264" y="3310128"/>
            <a:ext cx="1316736" cy="402336"/>
          </a:xfrm>
          <a:prstGeom prst="roundRect">
            <a:avLst>
              <a:gd name="adj" fmla="val 27273"/>
            </a:avLst>
          </a:prstGeom>
          <a:solidFill>
            <a:srgbClr val="0891B2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0" name="Text 8"/>
          <p:cNvSpPr/>
          <p:nvPr/>
        </p:nvSpPr>
        <p:spPr>
          <a:xfrm>
            <a:off x="3255264" y="3310128"/>
            <a:ext cx="13167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평가·기록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4700016" y="3310128"/>
            <a:ext cx="1316736" cy="402336"/>
          </a:xfrm>
          <a:prstGeom prst="roundRect">
            <a:avLst>
              <a:gd name="adj" fmla="val 27273"/>
            </a:avLst>
          </a:prstGeom>
          <a:solidFill>
            <a:srgbClr val="059669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2" name="Text 10"/>
          <p:cNvSpPr/>
          <p:nvPr/>
        </p:nvSpPr>
        <p:spPr>
          <a:xfrm>
            <a:off x="4700016" y="3310128"/>
            <a:ext cx="13167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학생 생활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6144768" y="3310128"/>
            <a:ext cx="1316736" cy="402336"/>
          </a:xfrm>
          <a:prstGeom prst="roundRect">
            <a:avLst>
              <a:gd name="adj" fmla="val 27273"/>
            </a:avLst>
          </a:prstGeom>
          <a:solidFill>
            <a:srgbClr val="EA580C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4" name="Text 12"/>
          <p:cNvSpPr/>
          <p:nvPr/>
        </p:nvSpPr>
        <p:spPr>
          <a:xfrm>
            <a:off x="6144768" y="3310128"/>
            <a:ext cx="13167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가정통신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7589520" y="3310128"/>
            <a:ext cx="1316736" cy="402336"/>
          </a:xfrm>
          <a:prstGeom prst="roundRect">
            <a:avLst>
              <a:gd name="adj" fmla="val 27273"/>
            </a:avLst>
          </a:prstGeom>
          <a:solidFill>
            <a:srgbClr val="DB2777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6" name="Text 14"/>
          <p:cNvSpPr/>
          <p:nvPr/>
        </p:nvSpPr>
        <p:spPr>
          <a:xfrm>
            <a:off x="7589520" y="3310128"/>
            <a:ext cx="13167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연구·연수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457200" y="3913632"/>
            <a:ext cx="82296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A5B4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총 6개 업무 영역  ·  각 영역당 4가지 프롬프트  ·  [  ] 안을 본인 상황에 맞게 수정하여 사용하세요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457200" y="4434840"/>
            <a:ext cx="8229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연수 중 바로 실습에 활용하세요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49808"/>
          </a:xfrm>
          <a:prstGeom prst="rect">
            <a:avLst/>
          </a:prstGeom>
          <a:solidFill>
            <a:srgbClr val="2D1B69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365760" y="91440"/>
            <a:ext cx="3657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  행정 업무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114800" y="201168"/>
            <a:ext cx="4663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E5E7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사업 계획서 · 결과보고서 · 공문 · 회의록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320040" y="859536"/>
            <a:ext cx="8503920" cy="2057400"/>
          </a:xfrm>
          <a:prstGeom prst="roundRect">
            <a:avLst>
              <a:gd name="adj" fmla="val 6222"/>
            </a:avLst>
          </a:prstGeom>
          <a:solidFill>
            <a:srgbClr val="FFFFFF"/>
          </a:solidFill>
          <a:ln/>
          <a:effectLst>
            <a:outerShdw blurRad="76200" dist="25400" dir="2700000" algn="bl" rotWithShape="0">
              <a:srgbClr val="000000">
                <a:alpha val="9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6" name="Shape 4"/>
          <p:cNvSpPr/>
          <p:nvPr/>
        </p:nvSpPr>
        <p:spPr>
          <a:xfrm>
            <a:off x="457200" y="950976"/>
            <a:ext cx="1097280" cy="274320"/>
          </a:xfrm>
          <a:prstGeom prst="roundRect">
            <a:avLst>
              <a:gd name="adj" fmla="val 26667"/>
            </a:avLst>
          </a:prstGeom>
          <a:solidFill>
            <a:srgbClr val="7C3AED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7" name="Text 5"/>
          <p:cNvSpPr/>
          <p:nvPr/>
        </p:nvSpPr>
        <p:spPr>
          <a:xfrm>
            <a:off x="457200" y="950976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행정</a:t>
            </a:r>
            <a:endParaRPr lang="en-US" sz="1100" dirty="0"/>
          </a:p>
        </p:txBody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64208" y="932688"/>
            <a:ext cx="274320" cy="27432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457200" y="1280160"/>
            <a:ext cx="8229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연간 교육 사업 계획서 초안</a:t>
            </a:r>
            <a:endParaRPr lang="en-US" sz="1500" dirty="0"/>
          </a:p>
        </p:txBody>
      </p:sp>
      <p:sp>
        <p:nvSpPr>
          <p:cNvPr id="10" name="Shape 7"/>
          <p:cNvSpPr/>
          <p:nvPr/>
        </p:nvSpPr>
        <p:spPr>
          <a:xfrm>
            <a:off x="457200" y="1627632"/>
            <a:ext cx="8229600" cy="16459"/>
          </a:xfrm>
          <a:prstGeom prst="rect">
            <a:avLst/>
          </a:prstGeom>
          <a:solidFill>
            <a:srgbClr val="E2E8F0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1" name="Text 8"/>
          <p:cNvSpPr/>
          <p:nvPr/>
        </p:nvSpPr>
        <p:spPr>
          <a:xfrm>
            <a:off x="457200" y="1682495"/>
            <a:ext cx="5212080" cy="113568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[역할] 당신은 10년 차 고등학교 기획부장 교사입니다.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[학교명]은 학생 300명 규모의 일반고입니다.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내년도 [사업명] 사업 계획서를 다음 항목으로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A4 1장 기안문 형식으로 작성해줘.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사업 목적 / 대상 및 인원 / 추진 일정 / 예산 (200만원 이내)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분량은 800자 이내로 제한해줘.</a:t>
            </a:r>
            <a:endParaRPr lang="en-US" sz="1100" dirty="0"/>
          </a:p>
        </p:txBody>
      </p:sp>
      <p:sp>
        <p:nvSpPr>
          <p:cNvPr id="12" name="Shape 9"/>
          <p:cNvSpPr/>
          <p:nvPr/>
        </p:nvSpPr>
        <p:spPr>
          <a:xfrm>
            <a:off x="5833872" y="1682496"/>
            <a:ext cx="2834640" cy="987552"/>
          </a:xfrm>
          <a:prstGeom prst="roundRect">
            <a:avLst>
              <a:gd name="adj" fmla="val 9259"/>
            </a:avLst>
          </a:prstGeom>
          <a:solidFill>
            <a:srgbClr val="7C3AED">
              <a:alpha val="10000"/>
            </a:srgbClr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3" name="Text 10"/>
          <p:cNvSpPr/>
          <p:nvPr/>
        </p:nvSpPr>
        <p:spPr>
          <a:xfrm>
            <a:off x="5961888" y="1709928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7C3A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POINT</a:t>
            </a:r>
            <a:endParaRPr lang="en-US" sz="1000" dirty="0"/>
          </a:p>
        </p:txBody>
      </p:sp>
      <p:sp>
        <p:nvSpPr>
          <p:cNvPr id="14" name="Text 11"/>
          <p:cNvSpPr/>
          <p:nvPr/>
        </p:nvSpPr>
        <p:spPr>
          <a:xfrm>
            <a:off x="5961888" y="1938528"/>
            <a:ext cx="25603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7C3A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[사업명]과 [예산]만 바꾸면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7C3A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여러 사업에 반복 사용 가능</a:t>
            </a:r>
            <a:endParaRPr lang="en-US" sz="1100" dirty="0"/>
          </a:p>
        </p:txBody>
      </p:sp>
      <p:sp>
        <p:nvSpPr>
          <p:cNvPr id="15" name="Shape 12"/>
          <p:cNvSpPr/>
          <p:nvPr/>
        </p:nvSpPr>
        <p:spPr>
          <a:xfrm>
            <a:off x="320040" y="3008376"/>
            <a:ext cx="8503920" cy="2057400"/>
          </a:xfrm>
          <a:prstGeom prst="roundRect">
            <a:avLst>
              <a:gd name="adj" fmla="val 6222"/>
            </a:avLst>
          </a:prstGeom>
          <a:solidFill>
            <a:srgbClr val="FFFFFF"/>
          </a:solidFill>
          <a:ln/>
          <a:effectLst>
            <a:outerShdw blurRad="76200" dist="25400" dir="2700000" algn="bl" rotWithShape="0">
              <a:srgbClr val="000000">
                <a:alpha val="9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6" name="Shape 13"/>
          <p:cNvSpPr/>
          <p:nvPr/>
        </p:nvSpPr>
        <p:spPr>
          <a:xfrm>
            <a:off x="457200" y="3099816"/>
            <a:ext cx="1097280" cy="274320"/>
          </a:xfrm>
          <a:prstGeom prst="roundRect">
            <a:avLst>
              <a:gd name="adj" fmla="val 26667"/>
            </a:avLst>
          </a:prstGeom>
          <a:solidFill>
            <a:srgbClr val="7C3AED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7" name="Text 14"/>
          <p:cNvSpPr/>
          <p:nvPr/>
        </p:nvSpPr>
        <p:spPr>
          <a:xfrm>
            <a:off x="457200" y="3099816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행정</a:t>
            </a:r>
            <a:endParaRPr lang="en-US" sz="1100" dirty="0"/>
          </a:p>
        </p:txBody>
      </p:sp>
      <p:pic>
        <p:nvPicPr>
          <p:cNvPr id="18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664208" y="3081528"/>
            <a:ext cx="274320" cy="274320"/>
          </a:xfrm>
          <a:prstGeom prst="rect">
            <a:avLst/>
          </a:prstGeom>
        </p:spPr>
      </p:pic>
      <p:sp>
        <p:nvSpPr>
          <p:cNvPr id="19" name="Text 15"/>
          <p:cNvSpPr/>
          <p:nvPr/>
        </p:nvSpPr>
        <p:spPr>
          <a:xfrm>
            <a:off x="457200" y="3429000"/>
            <a:ext cx="8229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학교 행사 결과보고서 자동 작성</a:t>
            </a:r>
            <a:endParaRPr lang="en-US" sz="1500" dirty="0"/>
          </a:p>
        </p:txBody>
      </p:sp>
      <p:sp>
        <p:nvSpPr>
          <p:cNvPr id="20" name="Shape 16"/>
          <p:cNvSpPr/>
          <p:nvPr/>
        </p:nvSpPr>
        <p:spPr>
          <a:xfrm>
            <a:off x="457200" y="3776472"/>
            <a:ext cx="8229600" cy="16459"/>
          </a:xfrm>
          <a:prstGeom prst="rect">
            <a:avLst/>
          </a:prstGeom>
          <a:solidFill>
            <a:srgbClr val="E2E8F0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1" name="Text 17"/>
          <p:cNvSpPr/>
          <p:nvPr/>
        </p:nvSpPr>
        <p:spPr>
          <a:xfrm>
            <a:off x="457200" y="3831336"/>
            <a:ext cx="521208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당신은 행사 담당 교사입니다.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방금 끝난 [행사명: 예-체육대회] 결과보고서를 작성해줘.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 행사 목적: [작성]  - 일시 및 장소: [작성]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 참가 인원: 전교생 [N]명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 주요 활동 내용: [간략히 나열]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 성과 및 개선 사항: 2~3줄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학교 공문 형식으로 작성해줘.</a:t>
            </a:r>
            <a:endParaRPr lang="en-US" sz="1100" dirty="0"/>
          </a:p>
        </p:txBody>
      </p:sp>
      <p:sp>
        <p:nvSpPr>
          <p:cNvPr id="22" name="Shape 18"/>
          <p:cNvSpPr/>
          <p:nvPr/>
        </p:nvSpPr>
        <p:spPr>
          <a:xfrm>
            <a:off x="5833872" y="3831336"/>
            <a:ext cx="2834640" cy="987552"/>
          </a:xfrm>
          <a:prstGeom prst="roundRect">
            <a:avLst>
              <a:gd name="adj" fmla="val 9259"/>
            </a:avLst>
          </a:prstGeom>
          <a:solidFill>
            <a:srgbClr val="7C3AED">
              <a:alpha val="10000"/>
            </a:srgbClr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3" name="Text 19"/>
          <p:cNvSpPr/>
          <p:nvPr/>
        </p:nvSpPr>
        <p:spPr>
          <a:xfrm>
            <a:off x="5961888" y="3858768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7C3A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POINT</a:t>
            </a:r>
            <a:endParaRPr lang="en-US" sz="1000" dirty="0"/>
          </a:p>
        </p:txBody>
      </p:sp>
      <p:sp>
        <p:nvSpPr>
          <p:cNvPr id="24" name="Text 20"/>
          <p:cNvSpPr/>
          <p:nvPr/>
        </p:nvSpPr>
        <p:spPr>
          <a:xfrm>
            <a:off x="5961888" y="4087368"/>
            <a:ext cx="25603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7C3A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행사 직후 핵심 정보만 입력하면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7C3A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보고서 완성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49808"/>
          </a:xfrm>
          <a:prstGeom prst="rect">
            <a:avLst/>
          </a:prstGeom>
          <a:solidFill>
            <a:srgbClr val="2D1B69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365760" y="91440"/>
            <a:ext cx="3657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  행정 업무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114800" y="201168"/>
            <a:ext cx="4663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E5E7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사업 계획서 · 결과보고서 · 공문 · 회의록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320040" y="859536"/>
            <a:ext cx="8503920" cy="2057400"/>
          </a:xfrm>
          <a:prstGeom prst="roundRect">
            <a:avLst>
              <a:gd name="adj" fmla="val 6222"/>
            </a:avLst>
          </a:prstGeom>
          <a:solidFill>
            <a:srgbClr val="FFFFFF"/>
          </a:solidFill>
          <a:ln/>
          <a:effectLst>
            <a:outerShdw blurRad="76200" dist="25400" dir="2700000" algn="bl" rotWithShape="0">
              <a:srgbClr val="000000">
                <a:alpha val="9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6" name="Shape 4"/>
          <p:cNvSpPr/>
          <p:nvPr/>
        </p:nvSpPr>
        <p:spPr>
          <a:xfrm>
            <a:off x="457200" y="950976"/>
            <a:ext cx="1097280" cy="274320"/>
          </a:xfrm>
          <a:prstGeom prst="roundRect">
            <a:avLst>
              <a:gd name="adj" fmla="val 26667"/>
            </a:avLst>
          </a:prstGeom>
          <a:solidFill>
            <a:srgbClr val="7C3AED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7" name="Text 5"/>
          <p:cNvSpPr/>
          <p:nvPr/>
        </p:nvSpPr>
        <p:spPr>
          <a:xfrm>
            <a:off x="457200" y="950976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행정</a:t>
            </a:r>
            <a:endParaRPr lang="en-US" sz="1100" dirty="0"/>
          </a:p>
        </p:txBody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64208" y="932688"/>
            <a:ext cx="274320" cy="27432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457200" y="1280160"/>
            <a:ext cx="8229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각종 공문 및 안내 초안 작성</a:t>
            </a:r>
            <a:endParaRPr lang="en-US" sz="1500" dirty="0"/>
          </a:p>
        </p:txBody>
      </p:sp>
      <p:sp>
        <p:nvSpPr>
          <p:cNvPr id="10" name="Shape 7"/>
          <p:cNvSpPr/>
          <p:nvPr/>
        </p:nvSpPr>
        <p:spPr>
          <a:xfrm>
            <a:off x="457200" y="1627632"/>
            <a:ext cx="8229600" cy="16459"/>
          </a:xfrm>
          <a:prstGeom prst="rect">
            <a:avLst/>
          </a:prstGeom>
          <a:solidFill>
            <a:srgbClr val="E2E8F0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1" name="Text 8"/>
          <p:cNvSpPr/>
          <p:nvPr/>
        </p:nvSpPr>
        <p:spPr>
          <a:xfrm>
            <a:off x="457200" y="1682496"/>
            <a:ext cx="5212080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[공문 제목: 예-방과후학교 강사 모집] 공문 초안을 작성해줘.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수신: [수신처]  목적: [작성]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주요 내용: [3~4가지 항목]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제출 기한: [날짜]  담당자 연락처: [작성]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학교 공문 양식에 맞는 격식체로 작성해줘.</a:t>
            </a:r>
            <a:endParaRPr lang="en-US" sz="1100" dirty="0"/>
          </a:p>
        </p:txBody>
      </p:sp>
      <p:sp>
        <p:nvSpPr>
          <p:cNvPr id="12" name="Shape 9"/>
          <p:cNvSpPr/>
          <p:nvPr/>
        </p:nvSpPr>
        <p:spPr>
          <a:xfrm>
            <a:off x="5833872" y="1682496"/>
            <a:ext cx="2834640" cy="987552"/>
          </a:xfrm>
          <a:prstGeom prst="roundRect">
            <a:avLst>
              <a:gd name="adj" fmla="val 9259"/>
            </a:avLst>
          </a:prstGeom>
          <a:solidFill>
            <a:srgbClr val="7C3AED">
              <a:alpha val="10000"/>
            </a:srgbClr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3" name="Text 10"/>
          <p:cNvSpPr/>
          <p:nvPr/>
        </p:nvSpPr>
        <p:spPr>
          <a:xfrm>
            <a:off x="5961888" y="1709928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7C3A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POINT</a:t>
            </a:r>
            <a:endParaRPr lang="en-US" sz="1000" dirty="0"/>
          </a:p>
        </p:txBody>
      </p:sp>
      <p:sp>
        <p:nvSpPr>
          <p:cNvPr id="14" name="Text 11"/>
          <p:cNvSpPr/>
          <p:nvPr/>
        </p:nvSpPr>
        <p:spPr>
          <a:xfrm>
            <a:off x="5961888" y="1938528"/>
            <a:ext cx="25603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7C3A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다양한 공문에 형식 재사용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7C3A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격식체 자동 적용</a:t>
            </a:r>
            <a:endParaRPr lang="en-US" sz="1100" dirty="0"/>
          </a:p>
        </p:txBody>
      </p:sp>
      <p:sp>
        <p:nvSpPr>
          <p:cNvPr id="15" name="Shape 12"/>
          <p:cNvSpPr/>
          <p:nvPr/>
        </p:nvSpPr>
        <p:spPr>
          <a:xfrm>
            <a:off x="320040" y="3008376"/>
            <a:ext cx="8503920" cy="2057400"/>
          </a:xfrm>
          <a:prstGeom prst="roundRect">
            <a:avLst>
              <a:gd name="adj" fmla="val 6222"/>
            </a:avLst>
          </a:prstGeom>
          <a:solidFill>
            <a:srgbClr val="FFFFFF"/>
          </a:solidFill>
          <a:ln/>
          <a:effectLst>
            <a:outerShdw blurRad="76200" dist="25400" dir="2700000" algn="bl" rotWithShape="0">
              <a:srgbClr val="000000">
                <a:alpha val="9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6" name="Shape 13"/>
          <p:cNvSpPr/>
          <p:nvPr/>
        </p:nvSpPr>
        <p:spPr>
          <a:xfrm>
            <a:off x="457200" y="3099816"/>
            <a:ext cx="1097280" cy="274320"/>
          </a:xfrm>
          <a:prstGeom prst="roundRect">
            <a:avLst>
              <a:gd name="adj" fmla="val 26667"/>
            </a:avLst>
          </a:prstGeom>
          <a:solidFill>
            <a:srgbClr val="7C3AED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7" name="Text 14"/>
          <p:cNvSpPr/>
          <p:nvPr/>
        </p:nvSpPr>
        <p:spPr>
          <a:xfrm>
            <a:off x="457200" y="3099816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행정</a:t>
            </a:r>
            <a:endParaRPr lang="en-US" sz="1100" dirty="0"/>
          </a:p>
        </p:txBody>
      </p:sp>
      <p:pic>
        <p:nvPicPr>
          <p:cNvPr id="18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664208" y="3081528"/>
            <a:ext cx="274320" cy="274320"/>
          </a:xfrm>
          <a:prstGeom prst="rect">
            <a:avLst/>
          </a:prstGeom>
        </p:spPr>
      </p:pic>
      <p:sp>
        <p:nvSpPr>
          <p:cNvPr id="19" name="Text 15"/>
          <p:cNvSpPr/>
          <p:nvPr/>
        </p:nvSpPr>
        <p:spPr>
          <a:xfrm>
            <a:off x="457200" y="3429000"/>
            <a:ext cx="8229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회의록 정리 및 결정 사항 요약</a:t>
            </a:r>
            <a:endParaRPr lang="en-US" sz="1500" dirty="0"/>
          </a:p>
        </p:txBody>
      </p:sp>
      <p:sp>
        <p:nvSpPr>
          <p:cNvPr id="20" name="Shape 16"/>
          <p:cNvSpPr/>
          <p:nvPr/>
        </p:nvSpPr>
        <p:spPr>
          <a:xfrm>
            <a:off x="457200" y="3776472"/>
            <a:ext cx="8229600" cy="16459"/>
          </a:xfrm>
          <a:prstGeom prst="rect">
            <a:avLst/>
          </a:prstGeom>
          <a:solidFill>
            <a:srgbClr val="E2E8F0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1" name="Text 17"/>
          <p:cNvSpPr/>
          <p:nvPr/>
        </p:nvSpPr>
        <p:spPr>
          <a:xfrm>
            <a:off x="457200" y="3831336"/>
            <a:ext cx="5212080" cy="10945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아래 회의 내용을 정리해줘.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회의 일시: [날짜·장소]  참석자: [이름 목록]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[회의에서 나온 발언을 자유롭게 붙여넣기]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위 내용을 다음 형식으로 정리해줘.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1) 논의 사항 요약  2) 결정 사항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3) 향후 추진 일정  4) 담당자 배정</a:t>
            </a:r>
            <a:endParaRPr lang="en-US" sz="1100" dirty="0"/>
          </a:p>
        </p:txBody>
      </p:sp>
      <p:sp>
        <p:nvSpPr>
          <p:cNvPr id="22" name="Shape 18"/>
          <p:cNvSpPr/>
          <p:nvPr/>
        </p:nvSpPr>
        <p:spPr>
          <a:xfrm>
            <a:off x="5833872" y="3831336"/>
            <a:ext cx="2834640" cy="987552"/>
          </a:xfrm>
          <a:prstGeom prst="roundRect">
            <a:avLst>
              <a:gd name="adj" fmla="val 9259"/>
            </a:avLst>
          </a:prstGeom>
          <a:solidFill>
            <a:srgbClr val="7C3AED">
              <a:alpha val="10000"/>
            </a:srgbClr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3" name="Text 19"/>
          <p:cNvSpPr/>
          <p:nvPr/>
        </p:nvSpPr>
        <p:spPr>
          <a:xfrm>
            <a:off x="5961888" y="3858768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7C3A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POINT</a:t>
            </a:r>
            <a:endParaRPr lang="en-US" sz="1000" dirty="0"/>
          </a:p>
        </p:txBody>
      </p:sp>
      <p:sp>
        <p:nvSpPr>
          <p:cNvPr id="24" name="Text 20"/>
          <p:cNvSpPr/>
          <p:nvPr/>
        </p:nvSpPr>
        <p:spPr>
          <a:xfrm>
            <a:off x="5961888" y="4087368"/>
            <a:ext cx="25603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7C3A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회의 중 메모한 내용을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7C3A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그대로 붙여넣기만 하면 됨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49808"/>
          </a:xfrm>
          <a:prstGeom prst="rect">
            <a:avLst/>
          </a:prstGeom>
          <a:solidFill>
            <a:srgbClr val="1E3A8A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365760" y="91440"/>
            <a:ext cx="3657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  수업 준비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114800" y="201168"/>
            <a:ext cx="4663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E5E7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교수학습 지도안 · 활동지 · 모둠 자료 · 형성평가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320040" y="859536"/>
            <a:ext cx="8503920" cy="2057400"/>
          </a:xfrm>
          <a:prstGeom prst="roundRect">
            <a:avLst>
              <a:gd name="adj" fmla="val 6222"/>
            </a:avLst>
          </a:prstGeom>
          <a:solidFill>
            <a:srgbClr val="FFFFFF"/>
          </a:solidFill>
          <a:ln/>
          <a:effectLst>
            <a:outerShdw blurRad="76200" dist="25400" dir="2700000" algn="bl" rotWithShape="0">
              <a:srgbClr val="000000">
                <a:alpha val="9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6" name="Shape 4"/>
          <p:cNvSpPr/>
          <p:nvPr/>
        </p:nvSpPr>
        <p:spPr>
          <a:xfrm>
            <a:off x="457200" y="950976"/>
            <a:ext cx="1097280" cy="274320"/>
          </a:xfrm>
          <a:prstGeom prst="roundRect">
            <a:avLst>
              <a:gd name="adj" fmla="val 26667"/>
            </a:avLst>
          </a:prstGeom>
          <a:solidFill>
            <a:srgbClr val="2563EB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7" name="Text 5"/>
          <p:cNvSpPr/>
          <p:nvPr/>
        </p:nvSpPr>
        <p:spPr>
          <a:xfrm>
            <a:off x="457200" y="950976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수업</a:t>
            </a:r>
            <a:endParaRPr lang="en-US" sz="1100" dirty="0"/>
          </a:p>
        </p:txBody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64208" y="932688"/>
            <a:ext cx="274320" cy="27432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457200" y="1280160"/>
            <a:ext cx="8229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교수학습 지도안 초안 작성</a:t>
            </a:r>
            <a:endParaRPr lang="en-US" sz="1500" dirty="0"/>
          </a:p>
        </p:txBody>
      </p:sp>
      <p:sp>
        <p:nvSpPr>
          <p:cNvPr id="10" name="Shape 7"/>
          <p:cNvSpPr/>
          <p:nvPr/>
        </p:nvSpPr>
        <p:spPr>
          <a:xfrm>
            <a:off x="457200" y="1627632"/>
            <a:ext cx="8229600" cy="16459"/>
          </a:xfrm>
          <a:prstGeom prst="rect">
            <a:avLst/>
          </a:prstGeom>
          <a:solidFill>
            <a:srgbClr val="E2E8F0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1" name="Text 8"/>
          <p:cNvSpPr/>
          <p:nvPr/>
        </p:nvSpPr>
        <p:spPr>
          <a:xfrm>
            <a:off x="470916" y="1620572"/>
            <a:ext cx="5212080" cy="12963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당신은 [교과] 교사입니다. 다음 조건으로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교수학습 지도안을 작성해줘.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 학년: [학년]  단원: [단원명]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 학습 목표: [성취기준 포함]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 수업 형태: [강의/토론/모둠]  시간: 50분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도입(5분)/전개(35분)/정리(10분) 구조로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교사·학생 활동을 표로 작성해줘.</a:t>
            </a:r>
            <a:endParaRPr lang="en-US" sz="1100" dirty="0"/>
          </a:p>
        </p:txBody>
      </p:sp>
      <p:sp>
        <p:nvSpPr>
          <p:cNvPr id="12" name="Shape 9"/>
          <p:cNvSpPr/>
          <p:nvPr/>
        </p:nvSpPr>
        <p:spPr>
          <a:xfrm>
            <a:off x="5833872" y="1682496"/>
            <a:ext cx="2834640" cy="987552"/>
          </a:xfrm>
          <a:prstGeom prst="roundRect">
            <a:avLst>
              <a:gd name="adj" fmla="val 9259"/>
            </a:avLst>
          </a:prstGeom>
          <a:solidFill>
            <a:srgbClr val="2563EB">
              <a:alpha val="10000"/>
            </a:srgbClr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3" name="Text 10"/>
          <p:cNvSpPr/>
          <p:nvPr/>
        </p:nvSpPr>
        <p:spPr>
          <a:xfrm>
            <a:off x="5961888" y="1709928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POINT</a:t>
            </a:r>
            <a:endParaRPr lang="en-US" sz="1000" dirty="0"/>
          </a:p>
        </p:txBody>
      </p:sp>
      <p:sp>
        <p:nvSpPr>
          <p:cNvPr id="14" name="Text 11"/>
          <p:cNvSpPr/>
          <p:nvPr/>
        </p:nvSpPr>
        <p:spPr>
          <a:xfrm>
            <a:off x="5961888" y="1938528"/>
            <a:ext cx="25603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[교과]와 [단원명]만 바꾸면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모든 교과에 즉시 적용 가능</a:t>
            </a:r>
            <a:endParaRPr lang="en-US" sz="1100" dirty="0"/>
          </a:p>
        </p:txBody>
      </p:sp>
      <p:sp>
        <p:nvSpPr>
          <p:cNvPr id="15" name="Shape 12"/>
          <p:cNvSpPr/>
          <p:nvPr/>
        </p:nvSpPr>
        <p:spPr>
          <a:xfrm>
            <a:off x="320040" y="3026664"/>
            <a:ext cx="8503920" cy="2057400"/>
          </a:xfrm>
          <a:prstGeom prst="roundRect">
            <a:avLst>
              <a:gd name="adj" fmla="val 6222"/>
            </a:avLst>
          </a:prstGeom>
          <a:solidFill>
            <a:srgbClr val="FFFFFF"/>
          </a:solidFill>
          <a:ln/>
          <a:effectLst>
            <a:outerShdw blurRad="76200" dist="25400" dir="2700000" algn="bl" rotWithShape="0">
              <a:srgbClr val="000000">
                <a:alpha val="9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6" name="Shape 13"/>
          <p:cNvSpPr/>
          <p:nvPr/>
        </p:nvSpPr>
        <p:spPr>
          <a:xfrm>
            <a:off x="457200" y="3099816"/>
            <a:ext cx="1097280" cy="274320"/>
          </a:xfrm>
          <a:prstGeom prst="roundRect">
            <a:avLst>
              <a:gd name="adj" fmla="val 26667"/>
            </a:avLst>
          </a:prstGeom>
          <a:solidFill>
            <a:srgbClr val="2563EB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7" name="Text 14"/>
          <p:cNvSpPr/>
          <p:nvPr/>
        </p:nvSpPr>
        <p:spPr>
          <a:xfrm>
            <a:off x="457200" y="3099816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수업</a:t>
            </a:r>
            <a:endParaRPr lang="en-US" sz="1100" dirty="0"/>
          </a:p>
        </p:txBody>
      </p:sp>
      <p:pic>
        <p:nvPicPr>
          <p:cNvPr id="18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664208" y="3081528"/>
            <a:ext cx="274320" cy="274320"/>
          </a:xfrm>
          <a:prstGeom prst="rect">
            <a:avLst/>
          </a:prstGeom>
        </p:spPr>
      </p:pic>
      <p:sp>
        <p:nvSpPr>
          <p:cNvPr id="19" name="Text 15"/>
          <p:cNvSpPr/>
          <p:nvPr/>
        </p:nvSpPr>
        <p:spPr>
          <a:xfrm>
            <a:off x="457200" y="3429000"/>
            <a:ext cx="8229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수준별 학습 활동지 제작</a:t>
            </a:r>
            <a:endParaRPr lang="en-US" sz="1500" dirty="0"/>
          </a:p>
        </p:txBody>
      </p:sp>
      <p:sp>
        <p:nvSpPr>
          <p:cNvPr id="20" name="Shape 16"/>
          <p:cNvSpPr/>
          <p:nvPr/>
        </p:nvSpPr>
        <p:spPr>
          <a:xfrm>
            <a:off x="457200" y="3776472"/>
            <a:ext cx="8229600" cy="16459"/>
          </a:xfrm>
          <a:prstGeom prst="rect">
            <a:avLst/>
          </a:prstGeom>
          <a:solidFill>
            <a:srgbClr val="E2E8F0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1" name="Text 17"/>
          <p:cNvSpPr/>
          <p:nvPr/>
        </p:nvSpPr>
        <p:spPr>
          <a:xfrm>
            <a:off x="457200" y="3831336"/>
            <a:ext cx="5212080" cy="11109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[교과] [단원명] 학습 내용으로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상·중·하 수준별 활동지를 각각 만들어줘.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학습 목표: [성취기준]  분량: 각 A4 1장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 상: 심화 탐구 + 서술형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 중: 기본 개념 확인 + 단답형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 하: 핵심 내용 채우기 + 그림 활동</a:t>
            </a:r>
            <a:endParaRPr lang="en-US" sz="1100" dirty="0"/>
          </a:p>
        </p:txBody>
      </p:sp>
      <p:sp>
        <p:nvSpPr>
          <p:cNvPr id="22" name="Shape 18"/>
          <p:cNvSpPr/>
          <p:nvPr/>
        </p:nvSpPr>
        <p:spPr>
          <a:xfrm>
            <a:off x="5833872" y="3831336"/>
            <a:ext cx="2834640" cy="987552"/>
          </a:xfrm>
          <a:prstGeom prst="roundRect">
            <a:avLst>
              <a:gd name="adj" fmla="val 9259"/>
            </a:avLst>
          </a:prstGeom>
          <a:solidFill>
            <a:srgbClr val="2563EB">
              <a:alpha val="10000"/>
            </a:srgbClr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3" name="Text 19"/>
          <p:cNvSpPr/>
          <p:nvPr/>
        </p:nvSpPr>
        <p:spPr>
          <a:xfrm>
            <a:off x="5961888" y="3858768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POINT</a:t>
            </a:r>
            <a:endParaRPr lang="en-US" sz="1000" dirty="0"/>
          </a:p>
        </p:txBody>
      </p:sp>
      <p:sp>
        <p:nvSpPr>
          <p:cNvPr id="24" name="Text 20"/>
          <p:cNvSpPr/>
          <p:nvPr/>
        </p:nvSpPr>
        <p:spPr>
          <a:xfrm>
            <a:off x="5961888" y="4087368"/>
            <a:ext cx="25603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한 번 요청으로 3가지 버전 동시 생성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학습 격차 해소 활동지에 활용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49808"/>
          </a:xfrm>
          <a:prstGeom prst="rect">
            <a:avLst/>
          </a:prstGeom>
          <a:solidFill>
            <a:srgbClr val="1E3A8A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365760" y="91440"/>
            <a:ext cx="3657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  수업 준비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114800" y="201168"/>
            <a:ext cx="4663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E5E7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교수학습 지도안 · 활동지 · 모둠 자료 · 형성평가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320040" y="859536"/>
            <a:ext cx="8503920" cy="2057400"/>
          </a:xfrm>
          <a:prstGeom prst="roundRect">
            <a:avLst>
              <a:gd name="adj" fmla="val 6222"/>
            </a:avLst>
          </a:prstGeom>
          <a:solidFill>
            <a:srgbClr val="FFFFFF"/>
          </a:solidFill>
          <a:ln/>
          <a:effectLst>
            <a:outerShdw blurRad="76200" dist="25400" dir="2700000" algn="bl" rotWithShape="0">
              <a:srgbClr val="000000">
                <a:alpha val="9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6" name="Shape 4"/>
          <p:cNvSpPr/>
          <p:nvPr/>
        </p:nvSpPr>
        <p:spPr>
          <a:xfrm>
            <a:off x="457200" y="950976"/>
            <a:ext cx="1097280" cy="274320"/>
          </a:xfrm>
          <a:prstGeom prst="roundRect">
            <a:avLst>
              <a:gd name="adj" fmla="val 26667"/>
            </a:avLst>
          </a:prstGeom>
          <a:solidFill>
            <a:srgbClr val="2563EB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7" name="Text 5"/>
          <p:cNvSpPr/>
          <p:nvPr/>
        </p:nvSpPr>
        <p:spPr>
          <a:xfrm>
            <a:off x="457200" y="950976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수업</a:t>
            </a:r>
            <a:endParaRPr lang="en-US" sz="1100" dirty="0"/>
          </a:p>
        </p:txBody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64208" y="932688"/>
            <a:ext cx="274320" cy="27432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457200" y="1280160"/>
            <a:ext cx="8229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모둠 활동 수업 자료 설계</a:t>
            </a:r>
            <a:endParaRPr lang="en-US" sz="1500" dirty="0"/>
          </a:p>
        </p:txBody>
      </p:sp>
      <p:sp>
        <p:nvSpPr>
          <p:cNvPr id="10" name="Shape 7"/>
          <p:cNvSpPr/>
          <p:nvPr/>
        </p:nvSpPr>
        <p:spPr>
          <a:xfrm>
            <a:off x="457200" y="1627632"/>
            <a:ext cx="8229600" cy="16459"/>
          </a:xfrm>
          <a:prstGeom prst="rect">
            <a:avLst/>
          </a:prstGeom>
          <a:solidFill>
            <a:srgbClr val="E2E8F0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1" name="Text 8"/>
          <p:cNvSpPr/>
          <p:nvPr/>
        </p:nvSpPr>
        <p:spPr>
          <a:xfrm>
            <a:off x="457200" y="1682496"/>
            <a:ext cx="5212080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[교과] [단원] 모둠 활동 수업 자료를 만들어줘.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 학년: [학년]  모둠 수: [N]모둠 (각 4명)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 활동 주제: [주제]  시간: 20분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각 모둠에 다른 소주제를 배분하고,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활동 안내 카드(역할·절차·결과물 형식)를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A5 크기로 만들어줘.</a:t>
            </a:r>
            <a:endParaRPr lang="en-US" sz="1100" dirty="0"/>
          </a:p>
        </p:txBody>
      </p:sp>
      <p:sp>
        <p:nvSpPr>
          <p:cNvPr id="12" name="Shape 9"/>
          <p:cNvSpPr/>
          <p:nvPr/>
        </p:nvSpPr>
        <p:spPr>
          <a:xfrm>
            <a:off x="5833872" y="1682496"/>
            <a:ext cx="2834640" cy="987552"/>
          </a:xfrm>
          <a:prstGeom prst="roundRect">
            <a:avLst>
              <a:gd name="adj" fmla="val 9259"/>
            </a:avLst>
          </a:prstGeom>
          <a:solidFill>
            <a:srgbClr val="2563EB">
              <a:alpha val="10000"/>
            </a:srgbClr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3" name="Text 10"/>
          <p:cNvSpPr/>
          <p:nvPr/>
        </p:nvSpPr>
        <p:spPr>
          <a:xfrm>
            <a:off x="5961888" y="1709928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POINT</a:t>
            </a:r>
            <a:endParaRPr lang="en-US" sz="1000" dirty="0"/>
          </a:p>
        </p:txBody>
      </p:sp>
      <p:sp>
        <p:nvSpPr>
          <p:cNvPr id="14" name="Text 11"/>
          <p:cNvSpPr/>
          <p:nvPr/>
        </p:nvSpPr>
        <p:spPr>
          <a:xfrm>
            <a:off x="5961888" y="1938528"/>
            <a:ext cx="25603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모둠별 소주제 자동 배분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활동 카드 바로 인쇄 가능</a:t>
            </a:r>
            <a:endParaRPr lang="en-US" sz="1100" dirty="0"/>
          </a:p>
        </p:txBody>
      </p:sp>
      <p:sp>
        <p:nvSpPr>
          <p:cNvPr id="15" name="Shape 12"/>
          <p:cNvSpPr/>
          <p:nvPr/>
        </p:nvSpPr>
        <p:spPr>
          <a:xfrm>
            <a:off x="320040" y="3008376"/>
            <a:ext cx="8503920" cy="2057400"/>
          </a:xfrm>
          <a:prstGeom prst="roundRect">
            <a:avLst>
              <a:gd name="adj" fmla="val 6222"/>
            </a:avLst>
          </a:prstGeom>
          <a:solidFill>
            <a:srgbClr val="FFFFFF"/>
          </a:solidFill>
          <a:ln/>
          <a:effectLst>
            <a:outerShdw blurRad="76200" dist="25400" dir="2700000" algn="bl" rotWithShape="0">
              <a:srgbClr val="000000">
                <a:alpha val="9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6" name="Shape 13"/>
          <p:cNvSpPr/>
          <p:nvPr/>
        </p:nvSpPr>
        <p:spPr>
          <a:xfrm>
            <a:off x="457200" y="3099816"/>
            <a:ext cx="1097280" cy="274320"/>
          </a:xfrm>
          <a:prstGeom prst="roundRect">
            <a:avLst>
              <a:gd name="adj" fmla="val 26667"/>
            </a:avLst>
          </a:prstGeom>
          <a:solidFill>
            <a:srgbClr val="2563EB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7" name="Text 14"/>
          <p:cNvSpPr/>
          <p:nvPr/>
        </p:nvSpPr>
        <p:spPr>
          <a:xfrm>
            <a:off x="457200" y="3099816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수업</a:t>
            </a:r>
            <a:endParaRPr lang="en-US" sz="1100" dirty="0"/>
          </a:p>
        </p:txBody>
      </p:sp>
      <p:pic>
        <p:nvPicPr>
          <p:cNvPr id="18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664208" y="3081528"/>
            <a:ext cx="274320" cy="274320"/>
          </a:xfrm>
          <a:prstGeom prst="rect">
            <a:avLst/>
          </a:prstGeom>
        </p:spPr>
      </p:pic>
      <p:sp>
        <p:nvSpPr>
          <p:cNvPr id="19" name="Text 15"/>
          <p:cNvSpPr/>
          <p:nvPr/>
        </p:nvSpPr>
        <p:spPr>
          <a:xfrm>
            <a:off x="457200" y="3429000"/>
            <a:ext cx="8229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형성평가 문제 자동 생성</a:t>
            </a:r>
            <a:endParaRPr lang="en-US" sz="1500" dirty="0"/>
          </a:p>
        </p:txBody>
      </p:sp>
      <p:sp>
        <p:nvSpPr>
          <p:cNvPr id="20" name="Shape 16"/>
          <p:cNvSpPr/>
          <p:nvPr/>
        </p:nvSpPr>
        <p:spPr>
          <a:xfrm>
            <a:off x="457200" y="3776472"/>
            <a:ext cx="8229600" cy="16459"/>
          </a:xfrm>
          <a:prstGeom prst="rect">
            <a:avLst/>
          </a:prstGeom>
          <a:solidFill>
            <a:srgbClr val="E2E8F0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1" name="Text 17"/>
          <p:cNvSpPr/>
          <p:nvPr/>
        </p:nvSpPr>
        <p:spPr>
          <a:xfrm>
            <a:off x="457200" y="3831336"/>
            <a:ext cx="5212080" cy="11109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다음 조건으로 형성평가 문제를 만들어줘.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 교과: [교과]  단원: [단원]  대상: [학년]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 문항: 객관식 5 + 단답형 3  난이도: 중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 성취기준: [코드]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각 문항에 정답·해설을 포함하고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오답 선지도 그럴듯하게 만들어줘.</a:t>
            </a:r>
            <a:endParaRPr lang="en-US" sz="1100" dirty="0"/>
          </a:p>
        </p:txBody>
      </p:sp>
      <p:sp>
        <p:nvSpPr>
          <p:cNvPr id="22" name="Shape 18"/>
          <p:cNvSpPr/>
          <p:nvPr/>
        </p:nvSpPr>
        <p:spPr>
          <a:xfrm>
            <a:off x="5833872" y="3831336"/>
            <a:ext cx="2834640" cy="987552"/>
          </a:xfrm>
          <a:prstGeom prst="roundRect">
            <a:avLst>
              <a:gd name="adj" fmla="val 9259"/>
            </a:avLst>
          </a:prstGeom>
          <a:solidFill>
            <a:srgbClr val="2563EB">
              <a:alpha val="10000"/>
            </a:srgbClr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3" name="Text 19"/>
          <p:cNvSpPr/>
          <p:nvPr/>
        </p:nvSpPr>
        <p:spPr>
          <a:xfrm>
            <a:off x="5961888" y="3858768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POINT</a:t>
            </a:r>
            <a:endParaRPr lang="en-US" sz="1000" dirty="0"/>
          </a:p>
        </p:txBody>
      </p:sp>
      <p:sp>
        <p:nvSpPr>
          <p:cNvPr id="24" name="Text 20"/>
          <p:cNvSpPr/>
          <p:nvPr/>
        </p:nvSpPr>
        <p:spPr>
          <a:xfrm>
            <a:off x="5961888" y="4087368"/>
            <a:ext cx="25603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성취기준 코드 입력 시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목표에 맞는 문제 자동 생성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49808"/>
          </a:xfrm>
          <a:prstGeom prst="rect">
            <a:avLst/>
          </a:prstGeom>
          <a:solidFill>
            <a:srgbClr val="164E63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365760" y="91440"/>
            <a:ext cx="3657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  평가 · 기록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114800" y="201168"/>
            <a:ext cx="4663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E5E7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세특 · 루블릭 · 행동발달 · 성적 분석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320040" y="859536"/>
            <a:ext cx="8503920" cy="2057400"/>
          </a:xfrm>
          <a:prstGeom prst="roundRect">
            <a:avLst>
              <a:gd name="adj" fmla="val 6222"/>
            </a:avLst>
          </a:prstGeom>
          <a:solidFill>
            <a:srgbClr val="FFFFFF"/>
          </a:solidFill>
          <a:ln/>
          <a:effectLst>
            <a:outerShdw blurRad="76200" dist="25400" dir="2700000" algn="bl" rotWithShape="0">
              <a:srgbClr val="000000">
                <a:alpha val="9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6" name="Shape 4"/>
          <p:cNvSpPr/>
          <p:nvPr/>
        </p:nvSpPr>
        <p:spPr>
          <a:xfrm>
            <a:off x="457200" y="950976"/>
            <a:ext cx="1097280" cy="274320"/>
          </a:xfrm>
          <a:prstGeom prst="roundRect">
            <a:avLst>
              <a:gd name="adj" fmla="val 26667"/>
            </a:avLst>
          </a:prstGeom>
          <a:solidFill>
            <a:srgbClr val="0891B2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7" name="Text 5"/>
          <p:cNvSpPr/>
          <p:nvPr/>
        </p:nvSpPr>
        <p:spPr>
          <a:xfrm>
            <a:off x="457200" y="950976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평가·기록</a:t>
            </a:r>
            <a:endParaRPr lang="en-US" sz="1100" dirty="0"/>
          </a:p>
        </p:txBody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64208" y="932688"/>
            <a:ext cx="274320" cy="27432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457200" y="1280160"/>
            <a:ext cx="8229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교과 세특 기재 문구 생성</a:t>
            </a:r>
            <a:endParaRPr lang="en-US" sz="1500" dirty="0"/>
          </a:p>
        </p:txBody>
      </p:sp>
      <p:sp>
        <p:nvSpPr>
          <p:cNvPr id="10" name="Shape 7"/>
          <p:cNvSpPr/>
          <p:nvPr/>
        </p:nvSpPr>
        <p:spPr>
          <a:xfrm>
            <a:off x="457200" y="1627632"/>
            <a:ext cx="8229600" cy="16459"/>
          </a:xfrm>
          <a:prstGeom prst="rect">
            <a:avLst/>
          </a:prstGeom>
          <a:solidFill>
            <a:srgbClr val="E2E8F0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1" name="Text 8"/>
          <p:cNvSpPr/>
          <p:nvPr/>
        </p:nvSpPr>
        <p:spPr>
          <a:xfrm>
            <a:off x="457200" y="1682496"/>
            <a:ext cx="521208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당신은 [교과] 교사입니다. 세특 문구를 작성해줘.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 교과: [과목]  학년: [학년]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 성취기준: [코드]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 학생 활동 키워드: [실험 설계, 팀 토론, PPT 발표 등]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 특이 사항: [학생이 보인 특별한 역량]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조건: 200자 이내 / 수동태 금지 / 구체적 행동 서술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교과 역량 중심으로 작성해줘.</a:t>
            </a:r>
            <a:endParaRPr lang="en-US" sz="1100" dirty="0"/>
          </a:p>
        </p:txBody>
      </p:sp>
      <p:sp>
        <p:nvSpPr>
          <p:cNvPr id="12" name="Shape 9"/>
          <p:cNvSpPr/>
          <p:nvPr/>
        </p:nvSpPr>
        <p:spPr>
          <a:xfrm>
            <a:off x="5833872" y="1682496"/>
            <a:ext cx="2834640" cy="987552"/>
          </a:xfrm>
          <a:prstGeom prst="roundRect">
            <a:avLst>
              <a:gd name="adj" fmla="val 9259"/>
            </a:avLst>
          </a:prstGeom>
          <a:solidFill>
            <a:srgbClr val="0891B2">
              <a:alpha val="10000"/>
            </a:srgbClr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3" name="Text 10"/>
          <p:cNvSpPr/>
          <p:nvPr/>
        </p:nvSpPr>
        <p:spPr>
          <a:xfrm>
            <a:off x="5961888" y="1709928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891B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POINT</a:t>
            </a:r>
            <a:endParaRPr lang="en-US" sz="1000" dirty="0"/>
          </a:p>
        </p:txBody>
      </p:sp>
      <p:sp>
        <p:nvSpPr>
          <p:cNvPr id="14" name="Text 11"/>
          <p:cNvSpPr/>
          <p:nvPr/>
        </p:nvSpPr>
        <p:spPr>
          <a:xfrm>
            <a:off x="5961888" y="1938528"/>
            <a:ext cx="25603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891B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성취기준 + 활동 키워드만 바꾸면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0891B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30명 세특을 30분 내 완성</a:t>
            </a:r>
            <a:endParaRPr lang="en-US" sz="1100" dirty="0"/>
          </a:p>
        </p:txBody>
      </p:sp>
      <p:sp>
        <p:nvSpPr>
          <p:cNvPr id="15" name="Shape 12"/>
          <p:cNvSpPr/>
          <p:nvPr/>
        </p:nvSpPr>
        <p:spPr>
          <a:xfrm>
            <a:off x="320040" y="3008376"/>
            <a:ext cx="8503920" cy="2057400"/>
          </a:xfrm>
          <a:prstGeom prst="roundRect">
            <a:avLst>
              <a:gd name="adj" fmla="val 6222"/>
            </a:avLst>
          </a:prstGeom>
          <a:solidFill>
            <a:srgbClr val="FFFFFF"/>
          </a:solidFill>
          <a:ln/>
          <a:effectLst>
            <a:outerShdw blurRad="76200" dist="25400" dir="2700000" algn="bl" rotWithShape="0">
              <a:srgbClr val="000000">
                <a:alpha val="9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6" name="Shape 13"/>
          <p:cNvSpPr/>
          <p:nvPr/>
        </p:nvSpPr>
        <p:spPr>
          <a:xfrm>
            <a:off x="457200" y="3099816"/>
            <a:ext cx="1097280" cy="274320"/>
          </a:xfrm>
          <a:prstGeom prst="roundRect">
            <a:avLst>
              <a:gd name="adj" fmla="val 26667"/>
            </a:avLst>
          </a:prstGeom>
          <a:solidFill>
            <a:srgbClr val="0891B2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7" name="Text 14"/>
          <p:cNvSpPr/>
          <p:nvPr/>
        </p:nvSpPr>
        <p:spPr>
          <a:xfrm>
            <a:off x="457200" y="3099816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평가·기록</a:t>
            </a:r>
            <a:endParaRPr lang="en-US" sz="1100" dirty="0"/>
          </a:p>
        </p:txBody>
      </p:sp>
      <p:pic>
        <p:nvPicPr>
          <p:cNvPr id="18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664208" y="3081528"/>
            <a:ext cx="274320" cy="274320"/>
          </a:xfrm>
          <a:prstGeom prst="rect">
            <a:avLst/>
          </a:prstGeom>
        </p:spPr>
      </p:pic>
      <p:sp>
        <p:nvSpPr>
          <p:cNvPr id="19" name="Text 15"/>
          <p:cNvSpPr/>
          <p:nvPr/>
        </p:nvSpPr>
        <p:spPr>
          <a:xfrm>
            <a:off x="457200" y="3429000"/>
            <a:ext cx="8229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수행평가 루블릭(기준안) 제작</a:t>
            </a:r>
            <a:endParaRPr lang="en-US" sz="1500" dirty="0"/>
          </a:p>
        </p:txBody>
      </p:sp>
      <p:sp>
        <p:nvSpPr>
          <p:cNvPr id="20" name="Shape 16"/>
          <p:cNvSpPr/>
          <p:nvPr/>
        </p:nvSpPr>
        <p:spPr>
          <a:xfrm>
            <a:off x="457200" y="3776472"/>
            <a:ext cx="8229600" cy="16459"/>
          </a:xfrm>
          <a:prstGeom prst="rect">
            <a:avLst/>
          </a:prstGeom>
          <a:solidFill>
            <a:srgbClr val="E2E8F0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1" name="Text 17"/>
          <p:cNvSpPr/>
          <p:nvPr/>
        </p:nvSpPr>
        <p:spPr>
          <a:xfrm>
            <a:off x="457200" y="3831336"/>
            <a:ext cx="521208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다음 조건으로 수행평가 루블릭을 만들어줘.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 교과: [교과]  학년: [학년]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 평가 과제: [과제명]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 평가 요소: [내용 이해/자료 활용/표현력]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 성취 수준: 매우잘함/잘함/보통/노력요함 (4단계)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각 수준별 기술어를 명확하고 구체적으로,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표 형식으로 작성해줘.</a:t>
            </a:r>
            <a:endParaRPr lang="en-US" sz="1100" dirty="0"/>
          </a:p>
        </p:txBody>
      </p:sp>
      <p:sp>
        <p:nvSpPr>
          <p:cNvPr id="22" name="Shape 18"/>
          <p:cNvSpPr/>
          <p:nvPr/>
        </p:nvSpPr>
        <p:spPr>
          <a:xfrm>
            <a:off x="5833872" y="3831336"/>
            <a:ext cx="2834640" cy="987552"/>
          </a:xfrm>
          <a:prstGeom prst="roundRect">
            <a:avLst>
              <a:gd name="adj" fmla="val 9259"/>
            </a:avLst>
          </a:prstGeom>
          <a:solidFill>
            <a:srgbClr val="0891B2">
              <a:alpha val="10000"/>
            </a:srgbClr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3" name="Text 19"/>
          <p:cNvSpPr/>
          <p:nvPr/>
        </p:nvSpPr>
        <p:spPr>
          <a:xfrm>
            <a:off x="5961888" y="3858768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891B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POINT</a:t>
            </a:r>
            <a:endParaRPr lang="en-US" sz="1000" dirty="0"/>
          </a:p>
        </p:txBody>
      </p:sp>
      <p:sp>
        <p:nvSpPr>
          <p:cNvPr id="24" name="Text 20"/>
          <p:cNvSpPr/>
          <p:nvPr/>
        </p:nvSpPr>
        <p:spPr>
          <a:xfrm>
            <a:off x="5961888" y="4087368"/>
            <a:ext cx="25603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891B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평가 요소와 과제명만 바꾸면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0891B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모든 수행평가에 재사용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49808"/>
          </a:xfrm>
          <a:prstGeom prst="rect">
            <a:avLst/>
          </a:prstGeom>
          <a:solidFill>
            <a:srgbClr val="164E63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365760" y="91440"/>
            <a:ext cx="3657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  평가 · 기록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114800" y="201168"/>
            <a:ext cx="4663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E5E7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세특 · 루블릭 · 행동발달 · 성적 분석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320040" y="859536"/>
            <a:ext cx="8503920" cy="2057400"/>
          </a:xfrm>
          <a:prstGeom prst="roundRect">
            <a:avLst>
              <a:gd name="adj" fmla="val 6222"/>
            </a:avLst>
          </a:prstGeom>
          <a:solidFill>
            <a:srgbClr val="FFFFFF"/>
          </a:solidFill>
          <a:ln/>
          <a:effectLst>
            <a:outerShdw blurRad="76200" dist="25400" dir="2700000" algn="bl" rotWithShape="0">
              <a:srgbClr val="000000">
                <a:alpha val="9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6" name="Shape 4"/>
          <p:cNvSpPr/>
          <p:nvPr/>
        </p:nvSpPr>
        <p:spPr>
          <a:xfrm>
            <a:off x="457200" y="950976"/>
            <a:ext cx="1097280" cy="274320"/>
          </a:xfrm>
          <a:prstGeom prst="roundRect">
            <a:avLst>
              <a:gd name="adj" fmla="val 26667"/>
            </a:avLst>
          </a:prstGeom>
          <a:solidFill>
            <a:srgbClr val="0891B2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7" name="Text 5"/>
          <p:cNvSpPr/>
          <p:nvPr/>
        </p:nvSpPr>
        <p:spPr>
          <a:xfrm>
            <a:off x="457200" y="950976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평가·기록</a:t>
            </a:r>
            <a:endParaRPr lang="en-US" sz="1100" dirty="0"/>
          </a:p>
        </p:txBody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64208" y="932688"/>
            <a:ext cx="274320" cy="27432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457200" y="1280160"/>
            <a:ext cx="8229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학생부 행동발달 사항 작성</a:t>
            </a:r>
            <a:endParaRPr lang="en-US" sz="1500" dirty="0"/>
          </a:p>
        </p:txBody>
      </p:sp>
      <p:sp>
        <p:nvSpPr>
          <p:cNvPr id="10" name="Shape 7"/>
          <p:cNvSpPr/>
          <p:nvPr/>
        </p:nvSpPr>
        <p:spPr>
          <a:xfrm>
            <a:off x="457200" y="1627632"/>
            <a:ext cx="8229600" cy="16459"/>
          </a:xfrm>
          <a:prstGeom prst="rect">
            <a:avLst/>
          </a:prstGeom>
          <a:solidFill>
            <a:srgbClr val="E2E8F0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1" name="Text 8"/>
          <p:cNvSpPr/>
          <p:nvPr/>
        </p:nvSpPr>
        <p:spPr>
          <a:xfrm>
            <a:off x="457200" y="1682496"/>
            <a:ext cx="5212080" cy="10789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담임교사로서 학생의 행동발달 사항을 작성해줘.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 학생 특성 키워드: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[성실함, 리더십, 봉사, 독서 등 관찰 내용]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 교우 관계: [긍정적/보통]  학교생활: [성실]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 특기 사항: [동아리, 수상 경력 등]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학교생활기록부 문체로 150자 이내로 작성해줘.</a:t>
            </a:r>
            <a:endParaRPr lang="en-US" sz="1100" dirty="0"/>
          </a:p>
        </p:txBody>
      </p:sp>
      <p:sp>
        <p:nvSpPr>
          <p:cNvPr id="12" name="Shape 9"/>
          <p:cNvSpPr/>
          <p:nvPr/>
        </p:nvSpPr>
        <p:spPr>
          <a:xfrm>
            <a:off x="5833872" y="1682496"/>
            <a:ext cx="2834640" cy="987552"/>
          </a:xfrm>
          <a:prstGeom prst="roundRect">
            <a:avLst>
              <a:gd name="adj" fmla="val 9259"/>
            </a:avLst>
          </a:prstGeom>
          <a:solidFill>
            <a:srgbClr val="0891B2">
              <a:alpha val="10000"/>
            </a:srgbClr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3" name="Text 10"/>
          <p:cNvSpPr/>
          <p:nvPr/>
        </p:nvSpPr>
        <p:spPr>
          <a:xfrm>
            <a:off x="5961888" y="1709928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891B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POINT</a:t>
            </a:r>
            <a:endParaRPr lang="en-US" sz="1000" dirty="0"/>
          </a:p>
        </p:txBody>
      </p:sp>
      <p:sp>
        <p:nvSpPr>
          <p:cNvPr id="14" name="Text 11"/>
          <p:cNvSpPr/>
          <p:nvPr/>
        </p:nvSpPr>
        <p:spPr>
          <a:xfrm>
            <a:off x="5961888" y="1938528"/>
            <a:ext cx="25603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891B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학생 관찰 키워드 나열만으로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0891B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공식 문체 자동 생성</a:t>
            </a:r>
            <a:endParaRPr lang="en-US" sz="1100" dirty="0"/>
          </a:p>
        </p:txBody>
      </p:sp>
      <p:sp>
        <p:nvSpPr>
          <p:cNvPr id="15" name="Shape 12"/>
          <p:cNvSpPr/>
          <p:nvPr/>
        </p:nvSpPr>
        <p:spPr>
          <a:xfrm>
            <a:off x="320040" y="3008376"/>
            <a:ext cx="8503920" cy="2057400"/>
          </a:xfrm>
          <a:prstGeom prst="roundRect">
            <a:avLst>
              <a:gd name="adj" fmla="val 6222"/>
            </a:avLst>
          </a:prstGeom>
          <a:solidFill>
            <a:srgbClr val="FFFFFF"/>
          </a:solidFill>
          <a:ln/>
          <a:effectLst>
            <a:outerShdw blurRad="76200" dist="25400" dir="2700000" algn="bl" rotWithShape="0">
              <a:srgbClr val="000000">
                <a:alpha val="9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6" name="Shape 13"/>
          <p:cNvSpPr/>
          <p:nvPr/>
        </p:nvSpPr>
        <p:spPr>
          <a:xfrm>
            <a:off x="457200" y="3099816"/>
            <a:ext cx="1097280" cy="274320"/>
          </a:xfrm>
          <a:prstGeom prst="roundRect">
            <a:avLst>
              <a:gd name="adj" fmla="val 26667"/>
            </a:avLst>
          </a:prstGeom>
          <a:solidFill>
            <a:srgbClr val="0891B2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7" name="Text 14"/>
          <p:cNvSpPr/>
          <p:nvPr/>
        </p:nvSpPr>
        <p:spPr>
          <a:xfrm>
            <a:off x="457200" y="3099816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평가·기록</a:t>
            </a:r>
            <a:endParaRPr lang="en-US" sz="1100" dirty="0"/>
          </a:p>
        </p:txBody>
      </p:sp>
      <p:pic>
        <p:nvPicPr>
          <p:cNvPr id="18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664208" y="3081528"/>
            <a:ext cx="274320" cy="274320"/>
          </a:xfrm>
          <a:prstGeom prst="rect">
            <a:avLst/>
          </a:prstGeom>
        </p:spPr>
      </p:pic>
      <p:sp>
        <p:nvSpPr>
          <p:cNvPr id="19" name="Text 15"/>
          <p:cNvSpPr/>
          <p:nvPr/>
        </p:nvSpPr>
        <p:spPr>
          <a:xfrm>
            <a:off x="457200" y="3429000"/>
            <a:ext cx="8229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성적 데이터 분석 리포트</a:t>
            </a:r>
            <a:endParaRPr lang="en-US" sz="1500" dirty="0"/>
          </a:p>
        </p:txBody>
      </p:sp>
      <p:sp>
        <p:nvSpPr>
          <p:cNvPr id="20" name="Shape 16"/>
          <p:cNvSpPr/>
          <p:nvPr/>
        </p:nvSpPr>
        <p:spPr>
          <a:xfrm>
            <a:off x="457200" y="3776472"/>
            <a:ext cx="8229600" cy="16459"/>
          </a:xfrm>
          <a:prstGeom prst="rect">
            <a:avLst/>
          </a:prstGeom>
          <a:solidFill>
            <a:srgbClr val="E2E8F0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1" name="Text 17"/>
          <p:cNvSpPr/>
          <p:nvPr/>
        </p:nvSpPr>
        <p:spPr>
          <a:xfrm>
            <a:off x="457200" y="3831336"/>
            <a:ext cx="5212080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아래 성적 데이터를 분석해서 학급 성적 분석 리포트를 작성해줘.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[성적 데이터를 표 또는 텍스트로 붙여넣기]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포함 항목: 전체 평균·중앙값 / 상중하위권 비율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점수 분포 특징 / 전 회차 대비 변화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지도 방향 제언 2~3가지</a:t>
            </a:r>
            <a:endParaRPr lang="en-US" sz="1100" dirty="0"/>
          </a:p>
        </p:txBody>
      </p:sp>
      <p:sp>
        <p:nvSpPr>
          <p:cNvPr id="22" name="Shape 18"/>
          <p:cNvSpPr/>
          <p:nvPr/>
        </p:nvSpPr>
        <p:spPr>
          <a:xfrm>
            <a:off x="5833872" y="3831336"/>
            <a:ext cx="2834640" cy="987552"/>
          </a:xfrm>
          <a:prstGeom prst="roundRect">
            <a:avLst>
              <a:gd name="adj" fmla="val 9259"/>
            </a:avLst>
          </a:prstGeom>
          <a:solidFill>
            <a:srgbClr val="0891B2">
              <a:alpha val="10000"/>
            </a:srgbClr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3" name="Text 19"/>
          <p:cNvSpPr/>
          <p:nvPr/>
        </p:nvSpPr>
        <p:spPr>
          <a:xfrm>
            <a:off x="5961888" y="3858768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891B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POINT</a:t>
            </a:r>
            <a:endParaRPr lang="en-US" sz="1000" dirty="0"/>
          </a:p>
        </p:txBody>
      </p:sp>
      <p:sp>
        <p:nvSpPr>
          <p:cNvPr id="24" name="Text 20"/>
          <p:cNvSpPr/>
          <p:nvPr/>
        </p:nvSpPr>
        <p:spPr>
          <a:xfrm>
            <a:off x="5961888" y="4087368"/>
            <a:ext cx="25603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891B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숫자 데이터 붙여넣기만으로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0891B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분석 리포트 자동 생성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49808"/>
          </a:xfrm>
          <a:prstGeom prst="rect">
            <a:avLst/>
          </a:prstGeom>
          <a:solidFill>
            <a:srgbClr val="14532D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365760" y="91440"/>
            <a:ext cx="3657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  학생 생활 지도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114800" y="201168"/>
            <a:ext cx="4663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E5E7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상담 기록 · 학부모 상담 · 진로 지도 · 문제행동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320040" y="859536"/>
            <a:ext cx="8503920" cy="2057400"/>
          </a:xfrm>
          <a:prstGeom prst="roundRect">
            <a:avLst>
              <a:gd name="adj" fmla="val 6222"/>
            </a:avLst>
          </a:prstGeom>
          <a:solidFill>
            <a:srgbClr val="FFFFFF"/>
          </a:solidFill>
          <a:ln/>
          <a:effectLst>
            <a:outerShdw blurRad="76200" dist="25400" dir="2700000" algn="bl" rotWithShape="0">
              <a:srgbClr val="000000">
                <a:alpha val="9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6" name="Shape 4"/>
          <p:cNvSpPr/>
          <p:nvPr/>
        </p:nvSpPr>
        <p:spPr>
          <a:xfrm>
            <a:off x="457200" y="950976"/>
            <a:ext cx="1097280" cy="274320"/>
          </a:xfrm>
          <a:prstGeom prst="roundRect">
            <a:avLst>
              <a:gd name="adj" fmla="val 26667"/>
            </a:avLst>
          </a:prstGeom>
          <a:solidFill>
            <a:srgbClr val="059669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7" name="Text 5"/>
          <p:cNvSpPr/>
          <p:nvPr/>
        </p:nvSpPr>
        <p:spPr>
          <a:xfrm>
            <a:off x="457200" y="950976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생활지도</a:t>
            </a:r>
            <a:endParaRPr lang="en-US" sz="1100" dirty="0"/>
          </a:p>
        </p:txBody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64208" y="932688"/>
            <a:ext cx="274320" cy="27432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457200" y="1280160"/>
            <a:ext cx="8229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학생 상담 기록 정리</a:t>
            </a:r>
            <a:endParaRPr lang="en-US" sz="1500" dirty="0"/>
          </a:p>
        </p:txBody>
      </p:sp>
      <p:sp>
        <p:nvSpPr>
          <p:cNvPr id="10" name="Shape 7"/>
          <p:cNvSpPr/>
          <p:nvPr/>
        </p:nvSpPr>
        <p:spPr>
          <a:xfrm>
            <a:off x="457200" y="1627632"/>
            <a:ext cx="8229600" cy="16459"/>
          </a:xfrm>
          <a:prstGeom prst="rect">
            <a:avLst/>
          </a:prstGeom>
          <a:solidFill>
            <a:srgbClr val="E2E8F0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1" name="Text 8"/>
          <p:cNvSpPr/>
          <p:nvPr/>
        </p:nvSpPr>
        <p:spPr>
          <a:xfrm>
            <a:off x="457200" y="1665134"/>
            <a:ext cx="5212080" cy="127101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아래 학생 상담 내용을 정리해줘.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[상담 일시]: [날짜]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[상담에서 나온 내용을 자유롭게 기록]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다음 형식으로 정리해줘.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1) 상담 주제  2) 학생 호소 내용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3) 담임 반응 및 지도 내용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4) 후속 조치 계획  5) 다음 상담 일정</a:t>
            </a:r>
            <a:endParaRPr lang="en-US" sz="1100" dirty="0"/>
          </a:p>
        </p:txBody>
      </p:sp>
      <p:sp>
        <p:nvSpPr>
          <p:cNvPr id="12" name="Shape 9"/>
          <p:cNvSpPr/>
          <p:nvPr/>
        </p:nvSpPr>
        <p:spPr>
          <a:xfrm>
            <a:off x="5833872" y="1682496"/>
            <a:ext cx="2834640" cy="987552"/>
          </a:xfrm>
          <a:prstGeom prst="roundRect">
            <a:avLst>
              <a:gd name="adj" fmla="val 9259"/>
            </a:avLst>
          </a:prstGeom>
          <a:solidFill>
            <a:srgbClr val="059669">
              <a:alpha val="10000"/>
            </a:srgbClr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3" name="Text 10"/>
          <p:cNvSpPr/>
          <p:nvPr/>
        </p:nvSpPr>
        <p:spPr>
          <a:xfrm>
            <a:off x="5961888" y="1709928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596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POINT</a:t>
            </a:r>
            <a:endParaRPr lang="en-US" sz="1000" dirty="0"/>
          </a:p>
        </p:txBody>
      </p:sp>
      <p:sp>
        <p:nvSpPr>
          <p:cNvPr id="14" name="Text 11"/>
          <p:cNvSpPr/>
          <p:nvPr/>
        </p:nvSpPr>
        <p:spPr>
          <a:xfrm>
            <a:off x="5961888" y="1938528"/>
            <a:ext cx="25603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596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상담 직후 메모만 있으면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0596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공식 상담 기록지 자동 완성</a:t>
            </a:r>
            <a:endParaRPr lang="en-US" sz="1100" dirty="0"/>
          </a:p>
        </p:txBody>
      </p:sp>
      <p:sp>
        <p:nvSpPr>
          <p:cNvPr id="15" name="Shape 12"/>
          <p:cNvSpPr/>
          <p:nvPr/>
        </p:nvSpPr>
        <p:spPr>
          <a:xfrm>
            <a:off x="320040" y="3008376"/>
            <a:ext cx="8503920" cy="2057400"/>
          </a:xfrm>
          <a:prstGeom prst="roundRect">
            <a:avLst>
              <a:gd name="adj" fmla="val 6222"/>
            </a:avLst>
          </a:prstGeom>
          <a:solidFill>
            <a:srgbClr val="FFFFFF"/>
          </a:solidFill>
          <a:ln/>
          <a:effectLst>
            <a:outerShdw blurRad="76200" dist="25400" dir="2700000" algn="bl" rotWithShape="0">
              <a:srgbClr val="000000">
                <a:alpha val="9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6" name="Shape 13"/>
          <p:cNvSpPr/>
          <p:nvPr/>
        </p:nvSpPr>
        <p:spPr>
          <a:xfrm>
            <a:off x="457200" y="3099816"/>
            <a:ext cx="1097280" cy="274320"/>
          </a:xfrm>
          <a:prstGeom prst="roundRect">
            <a:avLst>
              <a:gd name="adj" fmla="val 26667"/>
            </a:avLst>
          </a:prstGeom>
          <a:solidFill>
            <a:srgbClr val="059669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7" name="Text 14"/>
          <p:cNvSpPr/>
          <p:nvPr/>
        </p:nvSpPr>
        <p:spPr>
          <a:xfrm>
            <a:off x="457200" y="3099816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생활지도</a:t>
            </a:r>
            <a:endParaRPr lang="en-US" sz="1100" dirty="0"/>
          </a:p>
        </p:txBody>
      </p:sp>
      <p:pic>
        <p:nvPicPr>
          <p:cNvPr id="18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664208" y="3081528"/>
            <a:ext cx="274320" cy="274320"/>
          </a:xfrm>
          <a:prstGeom prst="rect">
            <a:avLst/>
          </a:prstGeom>
        </p:spPr>
      </p:pic>
      <p:sp>
        <p:nvSpPr>
          <p:cNvPr id="19" name="Text 15"/>
          <p:cNvSpPr/>
          <p:nvPr/>
        </p:nvSpPr>
        <p:spPr>
          <a:xfrm>
            <a:off x="457200" y="3429000"/>
            <a:ext cx="8229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학부모 상담 준비 자료</a:t>
            </a:r>
            <a:endParaRPr lang="en-US" sz="1500" dirty="0"/>
          </a:p>
        </p:txBody>
      </p:sp>
      <p:sp>
        <p:nvSpPr>
          <p:cNvPr id="20" name="Shape 16"/>
          <p:cNvSpPr/>
          <p:nvPr/>
        </p:nvSpPr>
        <p:spPr>
          <a:xfrm>
            <a:off x="457200" y="3776472"/>
            <a:ext cx="8229600" cy="16459"/>
          </a:xfrm>
          <a:prstGeom prst="rect">
            <a:avLst/>
          </a:prstGeom>
          <a:solidFill>
            <a:srgbClr val="E2E8F0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1" name="Text 17"/>
          <p:cNvSpPr/>
          <p:nvPr/>
        </p:nvSpPr>
        <p:spPr>
          <a:xfrm>
            <a:off x="457200" y="3831336"/>
            <a:ext cx="521208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학부모 상담을 위한 준비 자료를 만들어줘.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 상담 주제: [학업부진/교우관계/진로/행동문제]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 학생 상황: [교사가 관찰한 내용]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1) 상담 시작 멘트 (따뜻하고 비방어적으로)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2) 핵심 전달 사항 3가지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3) 학부모에게 요청할 협조 사항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4) 예상 질문과 답변 3가지</a:t>
            </a:r>
            <a:endParaRPr lang="en-US" sz="1100" dirty="0"/>
          </a:p>
        </p:txBody>
      </p:sp>
      <p:sp>
        <p:nvSpPr>
          <p:cNvPr id="22" name="Shape 18"/>
          <p:cNvSpPr/>
          <p:nvPr/>
        </p:nvSpPr>
        <p:spPr>
          <a:xfrm>
            <a:off x="5833872" y="3831336"/>
            <a:ext cx="2834640" cy="987552"/>
          </a:xfrm>
          <a:prstGeom prst="roundRect">
            <a:avLst>
              <a:gd name="adj" fmla="val 9259"/>
            </a:avLst>
          </a:prstGeom>
          <a:solidFill>
            <a:srgbClr val="059669">
              <a:alpha val="10000"/>
            </a:srgbClr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3" name="Text 19"/>
          <p:cNvSpPr/>
          <p:nvPr/>
        </p:nvSpPr>
        <p:spPr>
          <a:xfrm>
            <a:off x="5961888" y="3858768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596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POINT</a:t>
            </a:r>
            <a:endParaRPr lang="en-US" sz="1000" dirty="0"/>
          </a:p>
        </p:txBody>
      </p:sp>
      <p:sp>
        <p:nvSpPr>
          <p:cNvPr id="24" name="Text 20"/>
          <p:cNvSpPr/>
          <p:nvPr/>
        </p:nvSpPr>
        <p:spPr>
          <a:xfrm>
            <a:off x="5961888" y="4087368"/>
            <a:ext cx="25603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596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어려운 학부모 상담도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0596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구조화된 준비로 자신감 있게 진행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49808"/>
          </a:xfrm>
          <a:prstGeom prst="rect">
            <a:avLst/>
          </a:prstGeom>
          <a:solidFill>
            <a:srgbClr val="14532D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365760" y="91440"/>
            <a:ext cx="3657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  학생 생활 지도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114800" y="201168"/>
            <a:ext cx="4663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E5E7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상담 기록 · 학부모 상담 · 진로 지도 · 문제행동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320040" y="859536"/>
            <a:ext cx="8503920" cy="2057400"/>
          </a:xfrm>
          <a:prstGeom prst="roundRect">
            <a:avLst>
              <a:gd name="adj" fmla="val 6222"/>
            </a:avLst>
          </a:prstGeom>
          <a:solidFill>
            <a:srgbClr val="FFFFFF"/>
          </a:solidFill>
          <a:ln/>
          <a:effectLst>
            <a:outerShdw blurRad="76200" dist="25400" dir="2700000" algn="bl" rotWithShape="0">
              <a:srgbClr val="000000">
                <a:alpha val="9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6" name="Shape 4"/>
          <p:cNvSpPr/>
          <p:nvPr/>
        </p:nvSpPr>
        <p:spPr>
          <a:xfrm>
            <a:off x="457200" y="950976"/>
            <a:ext cx="1097280" cy="274320"/>
          </a:xfrm>
          <a:prstGeom prst="roundRect">
            <a:avLst>
              <a:gd name="adj" fmla="val 26667"/>
            </a:avLst>
          </a:prstGeom>
          <a:solidFill>
            <a:srgbClr val="059669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7" name="Text 5"/>
          <p:cNvSpPr/>
          <p:nvPr/>
        </p:nvSpPr>
        <p:spPr>
          <a:xfrm>
            <a:off x="457200" y="950976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생활지도</a:t>
            </a:r>
            <a:endParaRPr lang="en-US" sz="1100" dirty="0"/>
          </a:p>
        </p:txBody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64208" y="932688"/>
            <a:ext cx="274320" cy="27432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457200" y="1280160"/>
            <a:ext cx="8229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진로 탐색 활동 자료 제작</a:t>
            </a:r>
            <a:endParaRPr lang="en-US" sz="1500" dirty="0"/>
          </a:p>
        </p:txBody>
      </p:sp>
      <p:sp>
        <p:nvSpPr>
          <p:cNvPr id="10" name="Shape 7"/>
          <p:cNvSpPr/>
          <p:nvPr/>
        </p:nvSpPr>
        <p:spPr>
          <a:xfrm>
            <a:off x="457200" y="1627632"/>
            <a:ext cx="8229600" cy="16459"/>
          </a:xfrm>
          <a:prstGeom prst="rect">
            <a:avLst/>
          </a:prstGeom>
          <a:solidFill>
            <a:srgbClr val="E2E8F0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1" name="Text 8"/>
          <p:cNvSpPr/>
          <p:nvPr/>
        </p:nvSpPr>
        <p:spPr>
          <a:xfrm>
            <a:off x="457200" y="1682496"/>
            <a:ext cx="521208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고등학교 [학년] 학생 대상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[분야명] 진로 탐색 활동 자료를 만들어줘.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분량: A4 1장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1) 관련 직업 5가지 (업무·자격증·전망)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2) 필요한 고교 과목 추천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3) 학생 자기 탐색 체크리스트 (10항목)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4) 관련 대학 학과 예시 3가지</a:t>
            </a:r>
            <a:endParaRPr lang="en-US" sz="1100" dirty="0"/>
          </a:p>
        </p:txBody>
      </p:sp>
      <p:sp>
        <p:nvSpPr>
          <p:cNvPr id="12" name="Shape 9"/>
          <p:cNvSpPr/>
          <p:nvPr/>
        </p:nvSpPr>
        <p:spPr>
          <a:xfrm>
            <a:off x="5833872" y="1682496"/>
            <a:ext cx="2834640" cy="987552"/>
          </a:xfrm>
          <a:prstGeom prst="roundRect">
            <a:avLst>
              <a:gd name="adj" fmla="val 9259"/>
            </a:avLst>
          </a:prstGeom>
          <a:solidFill>
            <a:srgbClr val="059669">
              <a:alpha val="10000"/>
            </a:srgbClr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3" name="Text 10"/>
          <p:cNvSpPr/>
          <p:nvPr/>
        </p:nvSpPr>
        <p:spPr>
          <a:xfrm>
            <a:off x="5961888" y="1709928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596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POINT</a:t>
            </a:r>
            <a:endParaRPr lang="en-US" sz="1000" dirty="0"/>
          </a:p>
        </p:txBody>
      </p:sp>
      <p:sp>
        <p:nvSpPr>
          <p:cNvPr id="14" name="Text 11"/>
          <p:cNvSpPr/>
          <p:nvPr/>
        </p:nvSpPr>
        <p:spPr>
          <a:xfrm>
            <a:off x="5961888" y="1938528"/>
            <a:ext cx="25603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596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분야명만 바꾸면 모든 진로 계열에 활용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0596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수업 자료로 바로 사용 가능</a:t>
            </a:r>
            <a:endParaRPr lang="en-US" sz="1100" dirty="0"/>
          </a:p>
        </p:txBody>
      </p:sp>
      <p:sp>
        <p:nvSpPr>
          <p:cNvPr id="15" name="Shape 12"/>
          <p:cNvSpPr/>
          <p:nvPr/>
        </p:nvSpPr>
        <p:spPr>
          <a:xfrm>
            <a:off x="320040" y="3008376"/>
            <a:ext cx="8503920" cy="2057400"/>
          </a:xfrm>
          <a:prstGeom prst="roundRect">
            <a:avLst>
              <a:gd name="adj" fmla="val 6222"/>
            </a:avLst>
          </a:prstGeom>
          <a:solidFill>
            <a:srgbClr val="FFFFFF"/>
          </a:solidFill>
          <a:ln/>
          <a:effectLst>
            <a:outerShdw blurRad="76200" dist="25400" dir="2700000" algn="bl" rotWithShape="0">
              <a:srgbClr val="000000">
                <a:alpha val="9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6" name="Shape 13"/>
          <p:cNvSpPr/>
          <p:nvPr/>
        </p:nvSpPr>
        <p:spPr>
          <a:xfrm>
            <a:off x="457200" y="3099816"/>
            <a:ext cx="1097280" cy="274320"/>
          </a:xfrm>
          <a:prstGeom prst="roundRect">
            <a:avLst>
              <a:gd name="adj" fmla="val 26667"/>
            </a:avLst>
          </a:prstGeom>
          <a:solidFill>
            <a:srgbClr val="059669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7" name="Text 14"/>
          <p:cNvSpPr/>
          <p:nvPr/>
        </p:nvSpPr>
        <p:spPr>
          <a:xfrm>
            <a:off x="457200" y="3099816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생활지도</a:t>
            </a:r>
            <a:endParaRPr lang="en-US" sz="1100" dirty="0"/>
          </a:p>
        </p:txBody>
      </p:sp>
      <p:pic>
        <p:nvPicPr>
          <p:cNvPr id="18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664208" y="3081528"/>
            <a:ext cx="274320" cy="274320"/>
          </a:xfrm>
          <a:prstGeom prst="rect">
            <a:avLst/>
          </a:prstGeom>
        </p:spPr>
      </p:pic>
      <p:sp>
        <p:nvSpPr>
          <p:cNvPr id="19" name="Text 15"/>
          <p:cNvSpPr/>
          <p:nvPr/>
        </p:nvSpPr>
        <p:spPr>
          <a:xfrm>
            <a:off x="457200" y="3429000"/>
            <a:ext cx="8229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문제 행동 단계별 지도 계획</a:t>
            </a:r>
            <a:endParaRPr lang="en-US" sz="1500" dirty="0"/>
          </a:p>
        </p:txBody>
      </p:sp>
      <p:sp>
        <p:nvSpPr>
          <p:cNvPr id="20" name="Shape 16"/>
          <p:cNvSpPr/>
          <p:nvPr/>
        </p:nvSpPr>
        <p:spPr>
          <a:xfrm>
            <a:off x="457200" y="3776472"/>
            <a:ext cx="8229600" cy="16459"/>
          </a:xfrm>
          <a:prstGeom prst="rect">
            <a:avLst/>
          </a:prstGeom>
          <a:solidFill>
            <a:srgbClr val="E2E8F0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1" name="Text 17"/>
          <p:cNvSpPr/>
          <p:nvPr/>
        </p:nvSpPr>
        <p:spPr>
          <a:xfrm>
            <a:off x="457200" y="3831335"/>
            <a:ext cx="5212080" cy="12207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학생 문제 행동에 대한 지도 계획을 세워줘.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 행동 유형: [수업 중 핸드폰/교우 갈등/무단결석]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 빈도 및 경위: [상황 설명]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 기존 지도 내용: [이전에 시도한 방법]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1) 행동 원인 분석 (3가지 가능성)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2) 단계별 지도 계획 (1차·2차·3차)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3) 학부모 연락 시점과 내용</a:t>
            </a:r>
            <a:endParaRPr lang="en-US" sz="1100" dirty="0"/>
          </a:p>
        </p:txBody>
      </p:sp>
      <p:sp>
        <p:nvSpPr>
          <p:cNvPr id="22" name="Shape 18"/>
          <p:cNvSpPr/>
          <p:nvPr/>
        </p:nvSpPr>
        <p:spPr>
          <a:xfrm>
            <a:off x="5833872" y="3831336"/>
            <a:ext cx="2834640" cy="987552"/>
          </a:xfrm>
          <a:prstGeom prst="roundRect">
            <a:avLst>
              <a:gd name="adj" fmla="val 9259"/>
            </a:avLst>
          </a:prstGeom>
          <a:solidFill>
            <a:srgbClr val="059669">
              <a:alpha val="10000"/>
            </a:srgbClr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3" name="Text 19"/>
          <p:cNvSpPr/>
          <p:nvPr/>
        </p:nvSpPr>
        <p:spPr>
          <a:xfrm>
            <a:off x="5961888" y="3858768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596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POINT</a:t>
            </a:r>
            <a:endParaRPr lang="en-US" sz="1000" dirty="0"/>
          </a:p>
        </p:txBody>
      </p:sp>
      <p:sp>
        <p:nvSpPr>
          <p:cNvPr id="24" name="Text 20"/>
          <p:cNvSpPr/>
          <p:nvPr/>
        </p:nvSpPr>
        <p:spPr>
          <a:xfrm>
            <a:off x="5961888" y="4087368"/>
            <a:ext cx="25603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596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단계별 대응 계획으로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0596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일관성 있는 지도 기록 유지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49808"/>
          </a:xfrm>
          <a:prstGeom prst="rect">
            <a:avLst/>
          </a:prstGeom>
          <a:solidFill>
            <a:srgbClr val="7C2D12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365760" y="91440"/>
            <a:ext cx="3657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  가정통신문 · 안내문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114800" y="201168"/>
            <a:ext cx="4663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E5E7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학부모 안내 · 행사 공지 · 동의서 · 번역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320040" y="859536"/>
            <a:ext cx="8503920" cy="2057400"/>
          </a:xfrm>
          <a:prstGeom prst="roundRect">
            <a:avLst>
              <a:gd name="adj" fmla="val 6222"/>
            </a:avLst>
          </a:prstGeom>
          <a:solidFill>
            <a:srgbClr val="FFFFFF"/>
          </a:solidFill>
          <a:ln/>
          <a:effectLst>
            <a:outerShdw blurRad="76200" dist="25400" dir="2700000" algn="bl" rotWithShape="0">
              <a:srgbClr val="000000">
                <a:alpha val="9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6" name="Shape 4"/>
          <p:cNvSpPr/>
          <p:nvPr/>
        </p:nvSpPr>
        <p:spPr>
          <a:xfrm>
            <a:off x="457200" y="950976"/>
            <a:ext cx="1097280" cy="274320"/>
          </a:xfrm>
          <a:prstGeom prst="roundRect">
            <a:avLst>
              <a:gd name="adj" fmla="val 26667"/>
            </a:avLst>
          </a:prstGeom>
          <a:solidFill>
            <a:srgbClr val="EA580C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7" name="Text 5"/>
          <p:cNvSpPr/>
          <p:nvPr/>
        </p:nvSpPr>
        <p:spPr>
          <a:xfrm>
            <a:off x="457200" y="950976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가정통신</a:t>
            </a:r>
            <a:endParaRPr lang="en-US" sz="1100" dirty="0"/>
          </a:p>
        </p:txBody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64208" y="932688"/>
            <a:ext cx="274320" cy="27432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457200" y="1280160"/>
            <a:ext cx="8229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학교 행사 가정통신문 + 동의서</a:t>
            </a:r>
            <a:endParaRPr lang="en-US" sz="1500" dirty="0"/>
          </a:p>
        </p:txBody>
      </p:sp>
      <p:sp>
        <p:nvSpPr>
          <p:cNvPr id="10" name="Shape 7"/>
          <p:cNvSpPr/>
          <p:nvPr/>
        </p:nvSpPr>
        <p:spPr>
          <a:xfrm>
            <a:off x="457200" y="1627632"/>
            <a:ext cx="8229600" cy="16459"/>
          </a:xfrm>
          <a:prstGeom prst="rect">
            <a:avLst/>
          </a:prstGeom>
          <a:solidFill>
            <a:srgbClr val="E2E8F0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1" name="Text 8"/>
          <p:cNvSpPr/>
          <p:nvPr/>
        </p:nvSpPr>
        <p:spPr>
          <a:xfrm>
            <a:off x="457200" y="1682496"/>
            <a:ext cx="5212080" cy="1271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[행사명] 가정통신문을 작성해줘.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 행사 일시: [날짜]  장소: [장소]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 목적: [교육 목적]  준비물: [목록]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 비용: [금액] (납부 기한: [날짜])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 유의 사항: [3가지]  제출 기한: [날짜]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학부모가 이해하기 쉬운 친근한 말투로,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서명란 포함한 동의서 형식으로 만들어줘.</a:t>
            </a:r>
            <a:endParaRPr lang="en-US" sz="1100" dirty="0"/>
          </a:p>
        </p:txBody>
      </p:sp>
      <p:sp>
        <p:nvSpPr>
          <p:cNvPr id="12" name="Shape 9"/>
          <p:cNvSpPr/>
          <p:nvPr/>
        </p:nvSpPr>
        <p:spPr>
          <a:xfrm>
            <a:off x="5833872" y="1682496"/>
            <a:ext cx="2834640" cy="987552"/>
          </a:xfrm>
          <a:prstGeom prst="roundRect">
            <a:avLst>
              <a:gd name="adj" fmla="val 9259"/>
            </a:avLst>
          </a:prstGeom>
          <a:solidFill>
            <a:srgbClr val="EA580C">
              <a:alpha val="10000"/>
            </a:srgbClr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3" name="Text 10"/>
          <p:cNvSpPr/>
          <p:nvPr/>
        </p:nvSpPr>
        <p:spPr>
          <a:xfrm>
            <a:off x="5961888" y="1709928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EA58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POINT</a:t>
            </a:r>
            <a:endParaRPr lang="en-US" sz="1000" dirty="0"/>
          </a:p>
        </p:txBody>
      </p:sp>
      <p:sp>
        <p:nvSpPr>
          <p:cNvPr id="14" name="Text 11"/>
          <p:cNvSpPr/>
          <p:nvPr/>
        </p:nvSpPr>
        <p:spPr>
          <a:xfrm>
            <a:off x="5961888" y="1938528"/>
            <a:ext cx="25603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A58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행사 정보만 채우면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EA58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동의서 포함 가정통신문 완성</a:t>
            </a:r>
            <a:endParaRPr lang="en-US" sz="1100" dirty="0"/>
          </a:p>
        </p:txBody>
      </p:sp>
      <p:sp>
        <p:nvSpPr>
          <p:cNvPr id="15" name="Shape 12"/>
          <p:cNvSpPr/>
          <p:nvPr/>
        </p:nvSpPr>
        <p:spPr>
          <a:xfrm>
            <a:off x="320040" y="3008376"/>
            <a:ext cx="8503920" cy="2057400"/>
          </a:xfrm>
          <a:prstGeom prst="roundRect">
            <a:avLst>
              <a:gd name="adj" fmla="val 6222"/>
            </a:avLst>
          </a:prstGeom>
          <a:solidFill>
            <a:srgbClr val="FFFFFF"/>
          </a:solidFill>
          <a:ln/>
          <a:effectLst>
            <a:outerShdw blurRad="76200" dist="25400" dir="2700000" algn="bl" rotWithShape="0">
              <a:srgbClr val="000000">
                <a:alpha val="9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6" name="Shape 13"/>
          <p:cNvSpPr/>
          <p:nvPr/>
        </p:nvSpPr>
        <p:spPr>
          <a:xfrm>
            <a:off x="457200" y="3099816"/>
            <a:ext cx="1097280" cy="274320"/>
          </a:xfrm>
          <a:prstGeom prst="roundRect">
            <a:avLst>
              <a:gd name="adj" fmla="val 26667"/>
            </a:avLst>
          </a:prstGeom>
          <a:solidFill>
            <a:srgbClr val="EA580C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7" name="Text 14"/>
          <p:cNvSpPr/>
          <p:nvPr/>
        </p:nvSpPr>
        <p:spPr>
          <a:xfrm>
            <a:off x="457200" y="3099816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가정통신</a:t>
            </a:r>
            <a:endParaRPr lang="en-US" sz="1100" dirty="0"/>
          </a:p>
        </p:txBody>
      </p:sp>
      <p:pic>
        <p:nvPicPr>
          <p:cNvPr id="18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664208" y="3081528"/>
            <a:ext cx="274320" cy="274320"/>
          </a:xfrm>
          <a:prstGeom prst="rect">
            <a:avLst/>
          </a:prstGeom>
        </p:spPr>
      </p:pic>
      <p:sp>
        <p:nvSpPr>
          <p:cNvPr id="19" name="Text 15"/>
          <p:cNvSpPr/>
          <p:nvPr/>
        </p:nvSpPr>
        <p:spPr>
          <a:xfrm>
            <a:off x="457200" y="3429000"/>
            <a:ext cx="8229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다국어 가정통신문 번역</a:t>
            </a:r>
            <a:endParaRPr lang="en-US" sz="1500" dirty="0"/>
          </a:p>
        </p:txBody>
      </p:sp>
      <p:sp>
        <p:nvSpPr>
          <p:cNvPr id="20" name="Shape 16"/>
          <p:cNvSpPr/>
          <p:nvPr/>
        </p:nvSpPr>
        <p:spPr>
          <a:xfrm>
            <a:off x="457200" y="3776472"/>
            <a:ext cx="8229600" cy="16459"/>
          </a:xfrm>
          <a:prstGeom prst="rect">
            <a:avLst/>
          </a:prstGeom>
          <a:solidFill>
            <a:srgbClr val="E2E8F0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1" name="Text 17"/>
          <p:cNvSpPr/>
          <p:nvPr/>
        </p:nvSpPr>
        <p:spPr>
          <a:xfrm>
            <a:off x="457200" y="3831336"/>
            <a:ext cx="5212080" cy="1289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아래 가정통신문을 [언어: 영어/중국어/베트남어]로 번역해줘.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[번역할 내용 붙여넣기]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번역 조건: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 공식적이지만 친근한 말투 유지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 한국 교육 문화 용어는 쉽게 풀어 설명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예) 수행평가 → Performance-based assessment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원문과 번역문을 나란히 배치해줘.</a:t>
            </a:r>
            <a:endParaRPr lang="en-US" sz="1100" dirty="0"/>
          </a:p>
        </p:txBody>
      </p:sp>
      <p:sp>
        <p:nvSpPr>
          <p:cNvPr id="22" name="Shape 18"/>
          <p:cNvSpPr/>
          <p:nvPr/>
        </p:nvSpPr>
        <p:spPr>
          <a:xfrm>
            <a:off x="5833872" y="3831336"/>
            <a:ext cx="2834640" cy="987552"/>
          </a:xfrm>
          <a:prstGeom prst="roundRect">
            <a:avLst>
              <a:gd name="adj" fmla="val 9259"/>
            </a:avLst>
          </a:prstGeom>
          <a:solidFill>
            <a:srgbClr val="EA580C">
              <a:alpha val="10000"/>
            </a:srgbClr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3" name="Text 19"/>
          <p:cNvSpPr/>
          <p:nvPr/>
        </p:nvSpPr>
        <p:spPr>
          <a:xfrm>
            <a:off x="5961888" y="3858768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EA58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POINT</a:t>
            </a:r>
            <a:endParaRPr lang="en-US" sz="1000" dirty="0"/>
          </a:p>
        </p:txBody>
      </p:sp>
      <p:sp>
        <p:nvSpPr>
          <p:cNvPr id="24" name="Text 20"/>
          <p:cNvSpPr/>
          <p:nvPr/>
        </p:nvSpPr>
        <p:spPr>
          <a:xfrm>
            <a:off x="5961888" y="4087368"/>
            <a:ext cx="25603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A58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다문화 학부모 소통 지원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EA58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여러 언어 동시 요청 가능</a:t>
            </a:r>
            <a:endParaRPr lang="en-US" sz="11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49808"/>
          </a:xfrm>
          <a:prstGeom prst="rect">
            <a:avLst/>
          </a:prstGeom>
          <a:solidFill>
            <a:srgbClr val="7C2D12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365760" y="91440"/>
            <a:ext cx="3657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  가정통신문 · 안내문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114800" y="201168"/>
            <a:ext cx="4663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E5E7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학부모 안내 · 행사 공지 · 동의서 · 번역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320040" y="859536"/>
            <a:ext cx="8503920" cy="2057400"/>
          </a:xfrm>
          <a:prstGeom prst="roundRect">
            <a:avLst>
              <a:gd name="adj" fmla="val 6222"/>
            </a:avLst>
          </a:prstGeom>
          <a:solidFill>
            <a:srgbClr val="FFFFFF"/>
          </a:solidFill>
          <a:ln/>
          <a:effectLst>
            <a:outerShdw blurRad="76200" dist="25400" dir="2700000" algn="bl" rotWithShape="0">
              <a:srgbClr val="000000">
                <a:alpha val="9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6" name="Shape 4"/>
          <p:cNvSpPr/>
          <p:nvPr/>
        </p:nvSpPr>
        <p:spPr>
          <a:xfrm>
            <a:off x="457200" y="950976"/>
            <a:ext cx="1097280" cy="274320"/>
          </a:xfrm>
          <a:prstGeom prst="roundRect">
            <a:avLst>
              <a:gd name="adj" fmla="val 26667"/>
            </a:avLst>
          </a:prstGeom>
          <a:solidFill>
            <a:srgbClr val="EA580C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7" name="Text 5"/>
          <p:cNvSpPr/>
          <p:nvPr/>
        </p:nvSpPr>
        <p:spPr>
          <a:xfrm>
            <a:off x="457200" y="950976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가정통신</a:t>
            </a:r>
            <a:endParaRPr lang="en-US" sz="1100" dirty="0"/>
          </a:p>
        </p:txBody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64208" y="932688"/>
            <a:ext cx="274320" cy="27432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457200" y="1280160"/>
            <a:ext cx="8229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개인정보 수집·이용 동의서</a:t>
            </a:r>
            <a:endParaRPr lang="en-US" sz="1500" dirty="0"/>
          </a:p>
        </p:txBody>
      </p:sp>
      <p:sp>
        <p:nvSpPr>
          <p:cNvPr id="10" name="Shape 7"/>
          <p:cNvSpPr/>
          <p:nvPr/>
        </p:nvSpPr>
        <p:spPr>
          <a:xfrm>
            <a:off x="457200" y="1627632"/>
            <a:ext cx="8229600" cy="16459"/>
          </a:xfrm>
          <a:prstGeom prst="rect">
            <a:avLst/>
          </a:prstGeom>
          <a:solidFill>
            <a:srgbClr val="E2E8F0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1" name="Text 8"/>
          <p:cNvSpPr/>
          <p:nvPr/>
        </p:nvSpPr>
        <p:spPr>
          <a:xfrm>
            <a:off x="457200" y="1682496"/>
            <a:ext cx="5212080" cy="1271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학교용 개인정보 수집·이용 동의서를 만들어줘.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 수집 목적: [예-교외 체험학습 진행]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 수집 항목: [이름, 연락처, 비상연락처]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 보유 기간: [행사 종료 후 N개월]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 제공 대상: [외부 기관명]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개인정보보호법 기준에 맞게 작성하고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학부모 서명란을 포함해줘.</a:t>
            </a:r>
            <a:endParaRPr lang="en-US" sz="1100" dirty="0"/>
          </a:p>
        </p:txBody>
      </p:sp>
      <p:sp>
        <p:nvSpPr>
          <p:cNvPr id="12" name="Shape 9"/>
          <p:cNvSpPr/>
          <p:nvPr/>
        </p:nvSpPr>
        <p:spPr>
          <a:xfrm>
            <a:off x="5833872" y="1682496"/>
            <a:ext cx="2834640" cy="987552"/>
          </a:xfrm>
          <a:prstGeom prst="roundRect">
            <a:avLst>
              <a:gd name="adj" fmla="val 9259"/>
            </a:avLst>
          </a:prstGeom>
          <a:solidFill>
            <a:srgbClr val="EA580C">
              <a:alpha val="10000"/>
            </a:srgbClr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3" name="Text 10"/>
          <p:cNvSpPr/>
          <p:nvPr/>
        </p:nvSpPr>
        <p:spPr>
          <a:xfrm>
            <a:off x="5961888" y="1709928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EA58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POINT</a:t>
            </a:r>
            <a:endParaRPr lang="en-US" sz="1000" dirty="0"/>
          </a:p>
        </p:txBody>
      </p:sp>
      <p:sp>
        <p:nvSpPr>
          <p:cNvPr id="14" name="Text 11"/>
          <p:cNvSpPr/>
          <p:nvPr/>
        </p:nvSpPr>
        <p:spPr>
          <a:xfrm>
            <a:off x="5961888" y="1938528"/>
            <a:ext cx="25603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A58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개인정보보호법 기준 자동 반영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EA58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서명란 양식 포함</a:t>
            </a:r>
            <a:endParaRPr lang="en-US" sz="1100" dirty="0"/>
          </a:p>
        </p:txBody>
      </p:sp>
      <p:sp>
        <p:nvSpPr>
          <p:cNvPr id="15" name="Shape 12"/>
          <p:cNvSpPr/>
          <p:nvPr/>
        </p:nvSpPr>
        <p:spPr>
          <a:xfrm>
            <a:off x="320040" y="3008376"/>
            <a:ext cx="8503920" cy="2057400"/>
          </a:xfrm>
          <a:prstGeom prst="roundRect">
            <a:avLst>
              <a:gd name="adj" fmla="val 6222"/>
            </a:avLst>
          </a:prstGeom>
          <a:solidFill>
            <a:srgbClr val="FFFFFF"/>
          </a:solidFill>
          <a:ln/>
          <a:effectLst>
            <a:outerShdw blurRad="76200" dist="25400" dir="2700000" algn="bl" rotWithShape="0">
              <a:srgbClr val="000000">
                <a:alpha val="9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6" name="Shape 13"/>
          <p:cNvSpPr/>
          <p:nvPr/>
        </p:nvSpPr>
        <p:spPr>
          <a:xfrm>
            <a:off x="457200" y="3099816"/>
            <a:ext cx="1097280" cy="274320"/>
          </a:xfrm>
          <a:prstGeom prst="roundRect">
            <a:avLst>
              <a:gd name="adj" fmla="val 26667"/>
            </a:avLst>
          </a:prstGeom>
          <a:solidFill>
            <a:srgbClr val="EA580C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7" name="Text 14"/>
          <p:cNvSpPr/>
          <p:nvPr/>
        </p:nvSpPr>
        <p:spPr>
          <a:xfrm>
            <a:off x="457200" y="3099816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가정통신</a:t>
            </a:r>
            <a:endParaRPr lang="en-US" sz="1100" dirty="0"/>
          </a:p>
        </p:txBody>
      </p:sp>
      <p:pic>
        <p:nvPicPr>
          <p:cNvPr id="18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664208" y="3081528"/>
            <a:ext cx="274320" cy="274320"/>
          </a:xfrm>
          <a:prstGeom prst="rect">
            <a:avLst/>
          </a:prstGeom>
        </p:spPr>
      </p:pic>
      <p:sp>
        <p:nvSpPr>
          <p:cNvPr id="19" name="Text 15"/>
          <p:cNvSpPr/>
          <p:nvPr/>
        </p:nvSpPr>
        <p:spPr>
          <a:xfrm>
            <a:off x="457200" y="3429000"/>
            <a:ext cx="8229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학부모 안내 문자 2가지 버전</a:t>
            </a:r>
            <a:endParaRPr lang="en-US" sz="1500" dirty="0"/>
          </a:p>
        </p:txBody>
      </p:sp>
      <p:sp>
        <p:nvSpPr>
          <p:cNvPr id="20" name="Shape 16"/>
          <p:cNvSpPr/>
          <p:nvPr/>
        </p:nvSpPr>
        <p:spPr>
          <a:xfrm>
            <a:off x="457200" y="3776472"/>
            <a:ext cx="8229600" cy="16459"/>
          </a:xfrm>
          <a:prstGeom prst="rect">
            <a:avLst/>
          </a:prstGeom>
          <a:solidFill>
            <a:srgbClr val="E2E8F0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1" name="Text 17"/>
          <p:cNvSpPr/>
          <p:nvPr/>
        </p:nvSpPr>
        <p:spPr>
          <a:xfrm>
            <a:off x="457200" y="3831336"/>
            <a:ext cx="521208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학부모에게 보낼 안내 문자를 작성해줘.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 목적: [예-1학기 수행평가 일정 안내]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 핵심 내용: 1)[내용1]  2)[내용2]  3)[내용3]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 제출 기한: [날짜]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다음 두 버전으로 각각 만들어줘.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[공식 버전] 격식체, 80자 이내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[친근한 버전] 담임 말투, 100자 이내</a:t>
            </a:r>
            <a:endParaRPr lang="en-US" sz="1100" dirty="0"/>
          </a:p>
        </p:txBody>
      </p:sp>
      <p:sp>
        <p:nvSpPr>
          <p:cNvPr id="22" name="Shape 18"/>
          <p:cNvSpPr/>
          <p:nvPr/>
        </p:nvSpPr>
        <p:spPr>
          <a:xfrm>
            <a:off x="5833872" y="3831336"/>
            <a:ext cx="2834640" cy="987552"/>
          </a:xfrm>
          <a:prstGeom prst="roundRect">
            <a:avLst>
              <a:gd name="adj" fmla="val 9259"/>
            </a:avLst>
          </a:prstGeom>
          <a:solidFill>
            <a:srgbClr val="EA580C">
              <a:alpha val="10000"/>
            </a:srgbClr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3" name="Text 19"/>
          <p:cNvSpPr/>
          <p:nvPr/>
        </p:nvSpPr>
        <p:spPr>
          <a:xfrm>
            <a:off x="5961888" y="3858768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EA58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POINT</a:t>
            </a:r>
            <a:endParaRPr lang="en-US" sz="1000" dirty="0"/>
          </a:p>
        </p:txBody>
      </p:sp>
      <p:sp>
        <p:nvSpPr>
          <p:cNvPr id="24" name="Text 20"/>
          <p:cNvSpPr/>
          <p:nvPr/>
        </p:nvSpPr>
        <p:spPr>
          <a:xfrm>
            <a:off x="5961888" y="4087368"/>
            <a:ext cx="25603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A58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공식/친근한 버전 동시 생성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EA58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카카오톡 발송용으로 바로 활용</a:t>
            </a:r>
            <a:endParaRPr lang="en-US" sz="11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49808"/>
          </a:xfrm>
          <a:prstGeom prst="rect">
            <a:avLst/>
          </a:prstGeom>
          <a:solidFill>
            <a:srgbClr val="831843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365760" y="91440"/>
            <a:ext cx="3657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  연구 · 연수 · 자기 개발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114800" y="201168"/>
            <a:ext cx="4663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E5E7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수업 연구 · 강의 계획 · 논문 · 전문성 개발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320040" y="859536"/>
            <a:ext cx="8503920" cy="2057400"/>
          </a:xfrm>
          <a:prstGeom prst="roundRect">
            <a:avLst>
              <a:gd name="adj" fmla="val 6222"/>
            </a:avLst>
          </a:prstGeom>
          <a:solidFill>
            <a:srgbClr val="FFFFFF"/>
          </a:solidFill>
          <a:ln/>
          <a:effectLst>
            <a:outerShdw blurRad="76200" dist="25400" dir="2700000" algn="bl" rotWithShape="0">
              <a:srgbClr val="000000">
                <a:alpha val="9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6" name="Shape 4"/>
          <p:cNvSpPr/>
          <p:nvPr/>
        </p:nvSpPr>
        <p:spPr>
          <a:xfrm>
            <a:off x="457200" y="950976"/>
            <a:ext cx="1097280" cy="274320"/>
          </a:xfrm>
          <a:prstGeom prst="roundRect">
            <a:avLst>
              <a:gd name="adj" fmla="val 26667"/>
            </a:avLst>
          </a:prstGeom>
          <a:solidFill>
            <a:srgbClr val="DB2777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7" name="Text 5"/>
          <p:cNvSpPr/>
          <p:nvPr/>
        </p:nvSpPr>
        <p:spPr>
          <a:xfrm>
            <a:off x="457200" y="950976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연구·연수</a:t>
            </a:r>
            <a:endParaRPr lang="en-US" sz="1100" dirty="0"/>
          </a:p>
        </p:txBody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64208" y="932688"/>
            <a:ext cx="274320" cy="27432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457200" y="1280160"/>
            <a:ext cx="8229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수업 연구 발표 자료 초안</a:t>
            </a:r>
            <a:endParaRPr lang="en-US" sz="1500" dirty="0"/>
          </a:p>
        </p:txBody>
      </p:sp>
      <p:sp>
        <p:nvSpPr>
          <p:cNvPr id="10" name="Shape 7"/>
          <p:cNvSpPr/>
          <p:nvPr/>
        </p:nvSpPr>
        <p:spPr>
          <a:xfrm>
            <a:off x="457200" y="1627632"/>
            <a:ext cx="8229600" cy="16459"/>
          </a:xfrm>
          <a:prstGeom prst="rect">
            <a:avLst/>
          </a:prstGeom>
          <a:solidFill>
            <a:srgbClr val="E2E8F0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1" name="Text 8"/>
          <p:cNvSpPr/>
          <p:nvPr/>
        </p:nvSpPr>
        <p:spPr>
          <a:xfrm>
            <a:off x="457200" y="1682496"/>
            <a:ext cx="5212080" cy="1271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수업 연구 발표 자료 초안을 작성해줘.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 연구 주제: [주제]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 교과 및 단원: [교과] [단원]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 적용 수업 모델: [거꾸로 학습/PBL/협동학습]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 학생 반응 및 성과: [관찰 내용]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A4 3장 분량으로 다음 구성으로 작성해줘.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연구 배경/이론적 배경/수업 적용/결과/제언</a:t>
            </a:r>
            <a:endParaRPr lang="en-US" sz="1100" dirty="0"/>
          </a:p>
        </p:txBody>
      </p:sp>
      <p:sp>
        <p:nvSpPr>
          <p:cNvPr id="12" name="Shape 9"/>
          <p:cNvSpPr/>
          <p:nvPr/>
        </p:nvSpPr>
        <p:spPr>
          <a:xfrm>
            <a:off x="5833872" y="1682496"/>
            <a:ext cx="2834640" cy="987552"/>
          </a:xfrm>
          <a:prstGeom prst="roundRect">
            <a:avLst>
              <a:gd name="adj" fmla="val 9259"/>
            </a:avLst>
          </a:prstGeom>
          <a:solidFill>
            <a:srgbClr val="DB2777">
              <a:alpha val="10000"/>
            </a:srgbClr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3" name="Text 10"/>
          <p:cNvSpPr/>
          <p:nvPr/>
        </p:nvSpPr>
        <p:spPr>
          <a:xfrm>
            <a:off x="5961888" y="1709928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DB27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POINT</a:t>
            </a:r>
            <a:endParaRPr lang="en-US" sz="1000" dirty="0"/>
          </a:p>
        </p:txBody>
      </p:sp>
      <p:sp>
        <p:nvSpPr>
          <p:cNvPr id="14" name="Text 11"/>
          <p:cNvSpPr/>
          <p:nvPr/>
        </p:nvSpPr>
        <p:spPr>
          <a:xfrm>
            <a:off x="5961888" y="1938528"/>
            <a:ext cx="25603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DB27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수업 관찰 메모만 있으면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DB27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발표 자료 초안 자동 생성</a:t>
            </a:r>
            <a:endParaRPr lang="en-US" sz="1100" dirty="0"/>
          </a:p>
        </p:txBody>
      </p:sp>
      <p:sp>
        <p:nvSpPr>
          <p:cNvPr id="15" name="Shape 12"/>
          <p:cNvSpPr/>
          <p:nvPr/>
        </p:nvSpPr>
        <p:spPr>
          <a:xfrm>
            <a:off x="320040" y="3008376"/>
            <a:ext cx="8503920" cy="2057400"/>
          </a:xfrm>
          <a:prstGeom prst="roundRect">
            <a:avLst>
              <a:gd name="adj" fmla="val 6222"/>
            </a:avLst>
          </a:prstGeom>
          <a:solidFill>
            <a:srgbClr val="FFFFFF"/>
          </a:solidFill>
          <a:ln/>
          <a:effectLst>
            <a:outerShdw blurRad="76200" dist="25400" dir="2700000" algn="bl" rotWithShape="0">
              <a:srgbClr val="000000">
                <a:alpha val="9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6" name="Shape 13"/>
          <p:cNvSpPr/>
          <p:nvPr/>
        </p:nvSpPr>
        <p:spPr>
          <a:xfrm>
            <a:off x="457200" y="3099816"/>
            <a:ext cx="1097280" cy="274320"/>
          </a:xfrm>
          <a:prstGeom prst="roundRect">
            <a:avLst>
              <a:gd name="adj" fmla="val 26667"/>
            </a:avLst>
          </a:prstGeom>
          <a:solidFill>
            <a:srgbClr val="DB2777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7" name="Text 14"/>
          <p:cNvSpPr/>
          <p:nvPr/>
        </p:nvSpPr>
        <p:spPr>
          <a:xfrm>
            <a:off x="457200" y="3099816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연구·연수</a:t>
            </a:r>
            <a:endParaRPr lang="en-US" sz="1100" dirty="0"/>
          </a:p>
        </p:txBody>
      </p:sp>
      <p:pic>
        <p:nvPicPr>
          <p:cNvPr id="18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664208" y="3081528"/>
            <a:ext cx="274320" cy="274320"/>
          </a:xfrm>
          <a:prstGeom prst="rect">
            <a:avLst/>
          </a:prstGeom>
        </p:spPr>
      </p:pic>
      <p:sp>
        <p:nvSpPr>
          <p:cNvPr id="19" name="Text 15"/>
          <p:cNvSpPr/>
          <p:nvPr/>
        </p:nvSpPr>
        <p:spPr>
          <a:xfrm>
            <a:off x="457200" y="3429000"/>
            <a:ext cx="8229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교원 연수 강의 계획서</a:t>
            </a:r>
            <a:endParaRPr lang="en-US" sz="1500" dirty="0"/>
          </a:p>
        </p:txBody>
      </p:sp>
      <p:sp>
        <p:nvSpPr>
          <p:cNvPr id="20" name="Shape 16"/>
          <p:cNvSpPr/>
          <p:nvPr/>
        </p:nvSpPr>
        <p:spPr>
          <a:xfrm>
            <a:off x="457200" y="3776472"/>
            <a:ext cx="8229600" cy="16459"/>
          </a:xfrm>
          <a:prstGeom prst="rect">
            <a:avLst/>
          </a:prstGeom>
          <a:solidFill>
            <a:srgbClr val="E2E8F0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1" name="Text 17"/>
          <p:cNvSpPr/>
          <p:nvPr/>
        </p:nvSpPr>
        <p:spPr>
          <a:xfrm>
            <a:off x="457200" y="3831336"/>
            <a:ext cx="5212080" cy="11109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교원 연수 강의 계획서를 작성해줘.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 연수명: [연수 제목]  대상: [교원 그룹]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 시간: 총 [N]시간 / [N]차시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 학습 목표: [3가지]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각 차시별 제목·목표·강의 내용·실습 활동·평가 방법을 포함하고 참고 자료 목록도 제안해줘.</a:t>
            </a:r>
            <a:endParaRPr lang="en-US" sz="1100" dirty="0"/>
          </a:p>
        </p:txBody>
      </p:sp>
      <p:sp>
        <p:nvSpPr>
          <p:cNvPr id="22" name="Shape 18"/>
          <p:cNvSpPr/>
          <p:nvPr/>
        </p:nvSpPr>
        <p:spPr>
          <a:xfrm>
            <a:off x="5833872" y="3831336"/>
            <a:ext cx="2834640" cy="987552"/>
          </a:xfrm>
          <a:prstGeom prst="roundRect">
            <a:avLst>
              <a:gd name="adj" fmla="val 9259"/>
            </a:avLst>
          </a:prstGeom>
          <a:solidFill>
            <a:srgbClr val="DB2777">
              <a:alpha val="10000"/>
            </a:srgbClr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3" name="Text 19"/>
          <p:cNvSpPr/>
          <p:nvPr/>
        </p:nvSpPr>
        <p:spPr>
          <a:xfrm>
            <a:off x="5961888" y="3858768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DB27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POINT</a:t>
            </a:r>
            <a:endParaRPr lang="en-US" sz="1000" dirty="0"/>
          </a:p>
        </p:txBody>
      </p:sp>
      <p:sp>
        <p:nvSpPr>
          <p:cNvPr id="24" name="Text 20"/>
          <p:cNvSpPr/>
          <p:nvPr/>
        </p:nvSpPr>
        <p:spPr>
          <a:xfrm>
            <a:off x="5961888" y="4087368"/>
            <a:ext cx="25603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DB27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연수 기획부터 차시별 구성까지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DB27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한 번에 설계</a:t>
            </a:r>
            <a:endParaRPr lang="en-US" sz="11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49808"/>
          </a:xfrm>
          <a:prstGeom prst="rect">
            <a:avLst/>
          </a:prstGeom>
          <a:solidFill>
            <a:srgbClr val="831843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365760" y="91440"/>
            <a:ext cx="3657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  연구 · 연수 · 자기 개발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114800" y="201168"/>
            <a:ext cx="4663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E5E7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수업 연구 · 강의 계획 · 논문 · 전문성 개발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320040" y="859536"/>
            <a:ext cx="8503920" cy="2110435"/>
          </a:xfrm>
          <a:prstGeom prst="roundRect">
            <a:avLst>
              <a:gd name="adj" fmla="val 6222"/>
            </a:avLst>
          </a:prstGeom>
          <a:solidFill>
            <a:srgbClr val="FFFFFF"/>
          </a:solidFill>
          <a:ln/>
          <a:effectLst>
            <a:outerShdw blurRad="76200" dist="25400" dir="2700000" algn="bl" rotWithShape="0">
              <a:srgbClr val="000000">
                <a:alpha val="9000"/>
              </a:srgbClr>
            </a:outerShdw>
          </a:effectLst>
        </p:spPr>
        <p:txBody>
          <a:bodyPr/>
          <a:lstStyle/>
          <a:p>
            <a:endParaRPr lang="ko-KR" altLang="en-US" dirty="0"/>
          </a:p>
        </p:txBody>
      </p:sp>
      <p:sp>
        <p:nvSpPr>
          <p:cNvPr id="6" name="Shape 4"/>
          <p:cNvSpPr/>
          <p:nvPr/>
        </p:nvSpPr>
        <p:spPr>
          <a:xfrm>
            <a:off x="457200" y="950976"/>
            <a:ext cx="1097280" cy="274320"/>
          </a:xfrm>
          <a:prstGeom prst="roundRect">
            <a:avLst>
              <a:gd name="adj" fmla="val 26667"/>
            </a:avLst>
          </a:prstGeom>
          <a:solidFill>
            <a:srgbClr val="DB2777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7" name="Text 5"/>
          <p:cNvSpPr/>
          <p:nvPr/>
        </p:nvSpPr>
        <p:spPr>
          <a:xfrm>
            <a:off x="457200" y="950976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연구·연수</a:t>
            </a:r>
            <a:endParaRPr lang="en-US" sz="1100" dirty="0"/>
          </a:p>
        </p:txBody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64208" y="932688"/>
            <a:ext cx="274320" cy="27432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457200" y="1239651"/>
            <a:ext cx="8229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교육 논문 개요 및 서론</a:t>
            </a:r>
            <a:endParaRPr lang="en-US" sz="1500" dirty="0"/>
          </a:p>
        </p:txBody>
      </p:sp>
      <p:sp>
        <p:nvSpPr>
          <p:cNvPr id="10" name="Shape 7"/>
          <p:cNvSpPr/>
          <p:nvPr/>
        </p:nvSpPr>
        <p:spPr>
          <a:xfrm>
            <a:off x="457200" y="1552401"/>
            <a:ext cx="8229600" cy="16459"/>
          </a:xfrm>
          <a:prstGeom prst="rect">
            <a:avLst/>
          </a:prstGeom>
          <a:solidFill>
            <a:srgbClr val="E2E8F0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1" name="Text 8"/>
          <p:cNvSpPr/>
          <p:nvPr/>
        </p:nvSpPr>
        <p:spPr>
          <a:xfrm>
            <a:off x="457200" y="1607262"/>
            <a:ext cx="5212080" cy="1344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교육 관련 논문 개요를 작성해줘.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 연구 주제: [주제]  연구 방법: [질적/양적]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 연구 대상: [대상]  기간: [기간]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1) 서론 초안 (연구 배경·목적·필요성, A4 1쪽)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2) 연구 문제 3~4개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3) 연구 방법 개요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4) 예상 목차 (장·절 구성)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학술 논문 문체로 작성해줘.</a:t>
            </a:r>
            <a:endParaRPr lang="en-US" sz="1100" dirty="0"/>
          </a:p>
        </p:txBody>
      </p:sp>
      <p:sp>
        <p:nvSpPr>
          <p:cNvPr id="12" name="Shape 9"/>
          <p:cNvSpPr/>
          <p:nvPr/>
        </p:nvSpPr>
        <p:spPr>
          <a:xfrm>
            <a:off x="5833872" y="1682496"/>
            <a:ext cx="2834640" cy="987552"/>
          </a:xfrm>
          <a:prstGeom prst="roundRect">
            <a:avLst>
              <a:gd name="adj" fmla="val 9259"/>
            </a:avLst>
          </a:prstGeom>
          <a:solidFill>
            <a:srgbClr val="DB2777">
              <a:alpha val="10000"/>
            </a:srgbClr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3" name="Text 10"/>
          <p:cNvSpPr/>
          <p:nvPr/>
        </p:nvSpPr>
        <p:spPr>
          <a:xfrm>
            <a:off x="5961888" y="1709928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DB27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POINT</a:t>
            </a:r>
            <a:endParaRPr lang="en-US" sz="1000" dirty="0"/>
          </a:p>
        </p:txBody>
      </p:sp>
      <p:sp>
        <p:nvSpPr>
          <p:cNvPr id="14" name="Text 11"/>
          <p:cNvSpPr/>
          <p:nvPr/>
        </p:nvSpPr>
        <p:spPr>
          <a:xfrm>
            <a:off x="5961888" y="1938528"/>
            <a:ext cx="25603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DB27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연구 아이디어만 있으면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DB27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논문 뼈대 자동 생성</a:t>
            </a:r>
            <a:endParaRPr lang="en-US" sz="1100" dirty="0"/>
          </a:p>
        </p:txBody>
      </p:sp>
      <p:sp>
        <p:nvSpPr>
          <p:cNvPr id="15" name="Shape 12"/>
          <p:cNvSpPr/>
          <p:nvPr/>
        </p:nvSpPr>
        <p:spPr>
          <a:xfrm>
            <a:off x="325827" y="3043123"/>
            <a:ext cx="8503920" cy="2057400"/>
          </a:xfrm>
          <a:prstGeom prst="roundRect">
            <a:avLst>
              <a:gd name="adj" fmla="val 6222"/>
            </a:avLst>
          </a:prstGeom>
          <a:solidFill>
            <a:srgbClr val="FFFFFF"/>
          </a:solidFill>
          <a:ln/>
          <a:effectLst>
            <a:outerShdw blurRad="76200" dist="25400" dir="2700000" algn="bl" rotWithShape="0">
              <a:srgbClr val="000000">
                <a:alpha val="9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6" name="Shape 13"/>
          <p:cNvSpPr/>
          <p:nvPr/>
        </p:nvSpPr>
        <p:spPr>
          <a:xfrm>
            <a:off x="457200" y="3099816"/>
            <a:ext cx="1097280" cy="274320"/>
          </a:xfrm>
          <a:prstGeom prst="roundRect">
            <a:avLst>
              <a:gd name="adj" fmla="val 26667"/>
            </a:avLst>
          </a:prstGeom>
          <a:solidFill>
            <a:srgbClr val="DB2777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7" name="Text 14"/>
          <p:cNvSpPr/>
          <p:nvPr/>
        </p:nvSpPr>
        <p:spPr>
          <a:xfrm>
            <a:off x="457200" y="3099816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연구·연수</a:t>
            </a:r>
            <a:endParaRPr lang="en-US" sz="1100" dirty="0"/>
          </a:p>
        </p:txBody>
      </p:sp>
      <p:pic>
        <p:nvPicPr>
          <p:cNvPr id="18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664208" y="3081528"/>
            <a:ext cx="274320" cy="274320"/>
          </a:xfrm>
          <a:prstGeom prst="rect">
            <a:avLst/>
          </a:prstGeom>
        </p:spPr>
      </p:pic>
      <p:sp>
        <p:nvSpPr>
          <p:cNvPr id="19" name="Text 15"/>
          <p:cNvSpPr/>
          <p:nvPr/>
        </p:nvSpPr>
        <p:spPr>
          <a:xfrm>
            <a:off x="457200" y="3429000"/>
            <a:ext cx="8229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연간 전문성 개발 계획</a:t>
            </a:r>
            <a:endParaRPr lang="en-US" sz="1500" dirty="0"/>
          </a:p>
        </p:txBody>
      </p:sp>
      <p:sp>
        <p:nvSpPr>
          <p:cNvPr id="20" name="Shape 16"/>
          <p:cNvSpPr/>
          <p:nvPr/>
        </p:nvSpPr>
        <p:spPr>
          <a:xfrm>
            <a:off x="457200" y="3776472"/>
            <a:ext cx="8229600" cy="16459"/>
          </a:xfrm>
          <a:prstGeom prst="rect">
            <a:avLst/>
          </a:prstGeom>
          <a:solidFill>
            <a:srgbClr val="E2E8F0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1" name="Text 17"/>
          <p:cNvSpPr/>
          <p:nvPr/>
        </p:nvSpPr>
        <p:spPr>
          <a:xfrm>
            <a:off x="457200" y="3831336"/>
            <a:ext cx="5212080" cy="12207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교사 전문성 개발 연간 계획을 수립해줘.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 담당 교과: [교과]  현재 역량: [초/중/고급]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 개발 희망 영역: [AI 교육/에듀테크/교육과정]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 가용 시간: 월 [N]시간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1) 분기별 목표 및 활동 계획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2) 추천 연수 프로그램 (무료/유료 각 3개)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3) 자기 학습 로드맵  4) 월별 체크리스트</a:t>
            </a:r>
            <a:endParaRPr lang="en-US" sz="1100" dirty="0"/>
          </a:p>
        </p:txBody>
      </p:sp>
      <p:sp>
        <p:nvSpPr>
          <p:cNvPr id="22" name="Shape 18"/>
          <p:cNvSpPr/>
          <p:nvPr/>
        </p:nvSpPr>
        <p:spPr>
          <a:xfrm>
            <a:off x="5833872" y="3831336"/>
            <a:ext cx="2834640" cy="987552"/>
          </a:xfrm>
          <a:prstGeom prst="roundRect">
            <a:avLst>
              <a:gd name="adj" fmla="val 9259"/>
            </a:avLst>
          </a:prstGeom>
          <a:solidFill>
            <a:srgbClr val="DB2777">
              <a:alpha val="10000"/>
            </a:srgbClr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3" name="Text 19"/>
          <p:cNvSpPr/>
          <p:nvPr/>
        </p:nvSpPr>
        <p:spPr>
          <a:xfrm>
            <a:off x="5961888" y="3858768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DB27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POINT</a:t>
            </a:r>
            <a:endParaRPr lang="en-US" sz="1000" dirty="0"/>
          </a:p>
        </p:txBody>
      </p:sp>
      <p:sp>
        <p:nvSpPr>
          <p:cNvPr id="24" name="Text 20"/>
          <p:cNvSpPr/>
          <p:nvPr/>
        </p:nvSpPr>
        <p:spPr>
          <a:xfrm>
            <a:off x="5961888" y="4087368"/>
            <a:ext cx="25603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DB27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개인 맞춤형 전문성 개발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DB27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로드맵 자동 설계</a:t>
            </a:r>
            <a:endParaRPr lang="en-US" sz="11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114800"/>
            <a:ext cx="9144000" cy="1028700"/>
          </a:xfrm>
          <a:prstGeom prst="rect">
            <a:avLst/>
          </a:prstGeom>
          <a:solidFill>
            <a:srgbClr val="2D3A8C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457200" y="274320"/>
            <a:ext cx="82296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프롬프트 활용 4가지 꿀팁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320040" y="960120"/>
            <a:ext cx="2029968" cy="2999232"/>
          </a:xfrm>
          <a:prstGeom prst="roundRect">
            <a:avLst>
              <a:gd name="adj" fmla="val 6306"/>
            </a:avLst>
          </a:prstGeom>
          <a:solidFill>
            <a:srgbClr val="2D3A8C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" name="Shape 3"/>
          <p:cNvSpPr/>
          <p:nvPr/>
        </p:nvSpPr>
        <p:spPr>
          <a:xfrm>
            <a:off x="1005840" y="1024128"/>
            <a:ext cx="658368" cy="658368"/>
          </a:xfrm>
          <a:prstGeom prst="ellipse">
            <a:avLst/>
          </a:prstGeom>
          <a:solidFill>
            <a:srgbClr val="7C3AED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6" name="Text 4"/>
          <p:cNvSpPr/>
          <p:nvPr/>
        </p:nvSpPr>
        <p:spPr>
          <a:xfrm>
            <a:off x="1005840" y="1024128"/>
            <a:ext cx="6583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411480" y="1773936"/>
            <a:ext cx="184708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  ]를 채</a:t>
            </a:r>
            <a:r>
              <a:rPr lang="ko-KR" alt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우기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411480" y="2249424"/>
            <a:ext cx="1847088" cy="1481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예시 프롬프트의 [  ] 안 내용을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본인 상황에 맞게 수정하면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즉시 사용 가능합니다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2496312" y="960120"/>
            <a:ext cx="2029968" cy="2999232"/>
          </a:xfrm>
          <a:prstGeom prst="roundRect">
            <a:avLst>
              <a:gd name="adj" fmla="val 6306"/>
            </a:avLst>
          </a:prstGeom>
          <a:solidFill>
            <a:srgbClr val="2D3A8C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0" name="Shape 8"/>
          <p:cNvSpPr/>
          <p:nvPr/>
        </p:nvSpPr>
        <p:spPr>
          <a:xfrm>
            <a:off x="3182112" y="1024128"/>
            <a:ext cx="658368" cy="658368"/>
          </a:xfrm>
          <a:prstGeom prst="ellipse">
            <a:avLst/>
          </a:prstGeom>
          <a:solidFill>
            <a:srgbClr val="3B5BDB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1" name="Text 9"/>
          <p:cNvSpPr/>
          <p:nvPr/>
        </p:nvSpPr>
        <p:spPr>
          <a:xfrm>
            <a:off x="3182112" y="1024128"/>
            <a:ext cx="6583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2587752" y="1773936"/>
            <a:ext cx="184708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 err="1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이어서</a:t>
            </a: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1500" b="1" dirty="0" err="1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수정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2587752" y="2249424"/>
            <a:ext cx="1847088" cy="1481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답변이 마음에 들지 않으면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'3번 항목을 더 구체적으로'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'분량을 줄여줘' 추가 지시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4672584" y="960120"/>
            <a:ext cx="2029968" cy="2999232"/>
          </a:xfrm>
          <a:prstGeom prst="roundRect">
            <a:avLst>
              <a:gd name="adj" fmla="val 6306"/>
            </a:avLst>
          </a:prstGeom>
          <a:solidFill>
            <a:srgbClr val="2D3A8C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5" name="Shape 13"/>
          <p:cNvSpPr/>
          <p:nvPr/>
        </p:nvSpPr>
        <p:spPr>
          <a:xfrm>
            <a:off x="5358384" y="1024128"/>
            <a:ext cx="658368" cy="658368"/>
          </a:xfrm>
          <a:prstGeom prst="ellipse">
            <a:avLst/>
          </a:prstGeom>
          <a:solidFill>
            <a:srgbClr val="0891B2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6" name="Text 14"/>
          <p:cNvSpPr/>
          <p:nvPr/>
        </p:nvSpPr>
        <p:spPr>
          <a:xfrm>
            <a:off x="5358384" y="1024128"/>
            <a:ext cx="6583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4672584" y="1773936"/>
            <a:ext cx="202996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 err="1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Projects에</a:t>
            </a: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1500" b="1" dirty="0" err="1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저장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4764024" y="2249424"/>
            <a:ext cx="1847088" cy="1481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자주 쓰는 프롬프트를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클로드 Projects에 저장하면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다음에 빠르게 재사용 가능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6848856" y="960120"/>
            <a:ext cx="2029968" cy="2999232"/>
          </a:xfrm>
          <a:prstGeom prst="roundRect">
            <a:avLst>
              <a:gd name="adj" fmla="val 6306"/>
            </a:avLst>
          </a:prstGeom>
          <a:solidFill>
            <a:srgbClr val="2D3A8C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0" name="Shape 18"/>
          <p:cNvSpPr/>
          <p:nvPr/>
        </p:nvSpPr>
        <p:spPr>
          <a:xfrm>
            <a:off x="7534656" y="1024128"/>
            <a:ext cx="658368" cy="658368"/>
          </a:xfrm>
          <a:prstGeom prst="ellipse">
            <a:avLst/>
          </a:prstGeom>
          <a:solidFill>
            <a:srgbClr val="059669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1" name="Text 19"/>
          <p:cNvSpPr/>
          <p:nvPr/>
        </p:nvSpPr>
        <p:spPr>
          <a:xfrm>
            <a:off x="7534656" y="1024128"/>
            <a:ext cx="6583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6848856" y="1773936"/>
            <a:ext cx="202996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여러 개 </a:t>
            </a:r>
            <a:r>
              <a:rPr lang="en-US" sz="1500" b="1" dirty="0" err="1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동시</a:t>
            </a: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1500" b="1" dirty="0" err="1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요청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6848856" y="2249424"/>
            <a:ext cx="1975104" cy="1481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'세특 3가지 버전으로 만들어줘'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처럼 한 번에 여러 결과물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요청하면 시간 절약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457200" y="4187952"/>
            <a:ext cx="82296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CC41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총 24가지 프롬프트  ·  행정 · 수업 · 평가 · 생활지도 · 가정통신 · 연구 전 영역 커버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</TotalTime>
  <Words>2156</Words>
  <Application>Microsoft Office PowerPoint</Application>
  <PresentationFormat>화면 슬라이드 쇼(16:9)</PresentationFormat>
  <Paragraphs>348</Paragraphs>
  <Slides>14</Slides>
  <Notes>14</Notes>
  <HiddenSlides>0</HiddenSlides>
  <MMClips>0</MMClips>
  <ScaleCrop>false</ScaleCrop>
  <HeadingPairs>
    <vt:vector size="6" baseType="variant">
      <vt:variant>
        <vt:lpstr>사용한 글꼴</vt:lpstr>
      </vt:variant>
      <vt:variant>
        <vt:i4>1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14</vt:i4>
      </vt:variant>
    </vt:vector>
  </HeadingPairs>
  <TitlesOfParts>
    <vt:vector size="16" baseType="lpstr">
      <vt:lpstr>Arial</vt:lpstr>
      <vt:lpstr>Office Theme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요한 양</cp:lastModifiedBy>
  <cp:revision>1</cp:revision>
  <dcterms:created xsi:type="dcterms:W3CDTF">2026-06-11T07:05:43Z</dcterms:created>
  <dcterms:modified xsi:type="dcterms:W3CDTF">2026-06-18T13:32:16Z</dcterms:modified>
</cp:coreProperties>
</file>